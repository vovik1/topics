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ppt/_rels/presentation.xml.rels" ContentType="application/vnd.openxmlformats-package.relationships+xml"/>
  <Override PartName="/ppt/slideLayouts/slideLayout6.xml" ContentType="application/vnd.openxmlformats-officedocument.presentationml.slideLayout+xml"/>
  <Override PartName="/ppt/slideLayouts/slideLayout42.xml" ContentType="application/vnd.openxmlformats-officedocument.presentationml.slideLayout+xml"/>
  <Override PartName="/ppt/slideLayouts/slideLayout67.xml" ContentType="application/vnd.openxmlformats-officedocument.presentationml.slideLayout+xml"/>
  <Override PartName="/ppt/slideLayouts/slideLayout5.xml" ContentType="application/vnd.openxmlformats-officedocument.presentationml.slideLayout+xml"/>
  <Override PartName="/ppt/slideLayouts/slideLayout41.xml" ContentType="application/vnd.openxmlformats-officedocument.presentationml.slideLayout+xml"/>
  <Override PartName="/ppt/slideLayouts/slideLayout66.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65.xml" ContentType="application/vnd.openxmlformats-officedocument.presentationml.slideLayout+xml"/>
  <Override PartName="/ppt/slideLayouts/slideLayout3.xml" ContentType="application/vnd.openxmlformats-officedocument.presentationml.slideLayout+xml"/>
  <Override PartName="/ppt/slideLayouts/slideLayout64.xml" ContentType="application/vnd.openxmlformats-officedocument.presentationml.slideLayout+xml"/>
  <Override PartName="/ppt/slideLayouts/slideLayout1.xml" ContentType="application/vnd.openxmlformats-officedocument.presentationml.slideLayout+xml"/>
  <Override PartName="/ppt/slideLayouts/slideLayout62.xml" ContentType="application/vnd.openxmlformats-officedocument.presentationml.slideLayout+xml"/>
  <Override PartName="/ppt/slideLayouts/slideLayout2.xml" ContentType="application/vnd.openxmlformats-officedocument.presentationml.slideLayout+xml"/>
  <Override PartName="/ppt/slideLayouts/slideLayout63.xml" ContentType="application/vnd.openxmlformats-officedocument.presentationml.slideLayout+xml"/>
  <Override PartName="/ppt/slideLayouts/slideLayout7.xml" ContentType="application/vnd.openxmlformats-officedocument.presentationml.slideLayout+xml"/>
  <Override PartName="/ppt/slideLayouts/slideLayout43.xml" ContentType="application/vnd.openxmlformats-officedocument.presentationml.slideLayout+xml"/>
  <Override PartName="/ppt/slideLayouts/slideLayout68.xml" ContentType="application/vnd.openxmlformats-officedocument.presentationml.slideLayout+xml"/>
  <Override PartName="/ppt/slideLayouts/slideLayout8.xml" ContentType="application/vnd.openxmlformats-officedocument.presentationml.slideLayout+xml"/>
  <Override PartName="/ppt/slideLayouts/slideLayout44.xml" ContentType="application/vnd.openxmlformats-officedocument.presentationml.slideLayout+xml"/>
  <Override PartName="/ppt/slideLayouts/slideLayout69.xml" ContentType="application/vnd.openxmlformats-officedocument.presentationml.slideLayout+xml"/>
  <Override PartName="/ppt/slideLayouts/slideLayout9.xml" ContentType="application/vnd.openxmlformats-officedocument.presentationml.slideLayout+xml"/>
  <Override PartName="/ppt/slideLayouts/slideLayout20.xml" ContentType="application/vnd.openxmlformats-officedocument.presentationml.slideLayout+xml"/>
  <Override PartName="/ppt/slideLayouts/slideLayout45.xml" ContentType="application/vnd.openxmlformats-officedocument.presentationml.slideLayout+xml"/>
  <Override PartName="/ppt/slideLayouts/slideLayout36.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59.xml" ContentType="application/vnd.openxmlformats-officedocument.presentationml.slideLayout+xml"/>
  <Override PartName="/ppt/slideLayouts/slideLayout33.xml" ContentType="application/vnd.openxmlformats-officedocument.presentationml.slideLayout+xml"/>
  <Override PartName="/ppt/slideLayouts/slideLayout58.xml" ContentType="application/vnd.openxmlformats-officedocument.presentationml.slideLayout+xml"/>
  <Override PartName="/ppt/slideLayouts/slideLayout32.xml" ContentType="application/vnd.openxmlformats-officedocument.presentationml.slideLayout+xml"/>
  <Override PartName="/ppt/slideLayouts/slideLayout57.xml" ContentType="application/vnd.openxmlformats-officedocument.presentationml.slideLayout+xml"/>
  <Override PartName="/ppt/slideLayouts/slideLayout31.xml" ContentType="application/vnd.openxmlformats-officedocument.presentationml.slideLayout+xml"/>
  <Override PartName="/ppt/slideLayouts/slideLayout56.xml" ContentType="application/vnd.openxmlformats-officedocument.presentationml.slideLayout+xml"/>
  <Override PartName="/ppt/slideLayouts/slideLayout1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71.xml" ContentType="application/vnd.openxmlformats-officedocument.presentationml.slideLayout+xml"/>
  <Override PartName="/ppt/slideLayouts/slideLayout38.xml" ContentType="application/vnd.openxmlformats-officedocument.presentationml.slideLayout+xml"/>
  <Override PartName="/ppt/slideLayouts/slideLayout13.xml" ContentType="application/vnd.openxmlformats-officedocument.presentationml.slideLayout+xml"/>
  <Override PartName="/ppt/slideLayouts/slideLayout72.xml" ContentType="application/vnd.openxmlformats-officedocument.presentationml.slideLayout+xml"/>
  <Override PartName="/ppt/slideLayouts/slideLayout70.xml" ContentType="application/vnd.openxmlformats-officedocument.presentationml.slideLayout+xml"/>
  <Override PartName="/ppt/slideLayouts/slideLayout54.xml" ContentType="application/vnd.openxmlformats-officedocument.presentationml.slideLayout+xml"/>
  <Override PartName="/ppt/slideLayouts/slideLayout61.xml" ContentType="application/vnd.openxmlformats-officedocument.presentationml.slideLayout+xml"/>
  <Override PartName="/ppt/slideLayouts/slideLayout14.xml" ContentType="application/vnd.openxmlformats-officedocument.presentationml.slideLayout+xml"/>
  <Override PartName="/ppt/slideLayouts/slideLayout39.xml" ContentType="application/vnd.openxmlformats-officedocument.presentationml.slideLayout+xml"/>
  <Override PartName="/ppt/slideLayouts/slideLayout53.xml" ContentType="application/vnd.openxmlformats-officedocument.presentationml.slideLayout+xml"/>
  <Override PartName="/ppt/slideLayouts/slideLayout60.xml" ContentType="application/vnd.openxmlformats-officedocument.presentationml.slideLayout+xml"/>
  <Override PartName="/ppt/slideLayouts/slideLayout37.xml" ContentType="application/vnd.openxmlformats-officedocument.presentationml.slideLayout+xml"/>
  <Override PartName="/ppt/slideLayouts/slideLayout12.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8.xml.rels" ContentType="application/vnd.openxmlformats-package.relationships+xml"/>
  <Override PartName="/ppt/slideLayouts/_rels/slideLayout27.xml.rels" ContentType="application/vnd.openxmlformats-package.relationships+xml"/>
  <Override PartName="/ppt/slideLayouts/_rels/slideLayout26.xml.rels" ContentType="application/vnd.openxmlformats-package.relationships+xml"/>
  <Override PartName="/ppt/slideLayouts/_rels/slideLayout25.xml.rels" ContentType="application/vnd.openxmlformats-package.relationships+xml"/>
  <Override PartName="/ppt/slideLayouts/_rels/slideLayout30.xml.rels" ContentType="application/vnd.openxmlformats-package.relationships+xml"/>
  <Override PartName="/ppt/slideLayouts/_rels/slideLayout24.xml.rels" ContentType="application/vnd.openxmlformats-package.relationships+xml"/>
  <Override PartName="/ppt/slideLayouts/_rels/slideLayout55.xml.rels" ContentType="application/vnd.openxmlformats-package.relationships+xml"/>
  <Override PartName="/ppt/slideLayouts/_rels/slideLayout49.xml.rels" ContentType="application/vnd.openxmlformats-package.relationships+xml"/>
  <Override PartName="/ppt/slideLayouts/_rels/slideLayout5.xml.rels" ContentType="application/vnd.openxmlformats-package.relationships+xml"/>
  <Override PartName="/ppt/slideLayouts/_rels/slideLayout23.xml.rels" ContentType="application/vnd.openxmlformats-package.relationships+xml"/>
  <Override PartName="/ppt/slideLayouts/_rels/slideLayout22.xml.rels" ContentType="application/vnd.openxmlformats-package.relationships+xml"/>
  <Override PartName="/ppt/slideLayouts/_rels/slideLayout21.xml.rels" ContentType="application/vnd.openxmlformats-package.relationships+xml"/>
  <Override PartName="/ppt/slideLayouts/_rels/slideLayout19.xml.rels" ContentType="application/vnd.openxmlformats-package.relationships+xml"/>
  <Override PartName="/ppt/slideLayouts/_rels/slideLayout47.xml.rels" ContentType="application/vnd.openxmlformats-package.relationships+xml"/>
  <Override PartName="/ppt/slideLayouts/_rels/slideLayout3.xml.rels" ContentType="application/vnd.openxmlformats-package.relationships+xml"/>
  <Override PartName="/ppt/slideLayouts/_rels/slideLayout18.xml.rels" ContentType="application/vnd.openxmlformats-package.relationships+xml"/>
  <Override PartName="/ppt/slideLayouts/_rels/slideLayout46.xml.rels" ContentType="application/vnd.openxmlformats-package.relationships+xml"/>
  <Override PartName="/ppt/slideLayouts/_rels/slideLayout2.xml.rels" ContentType="application/vnd.openxmlformats-package.relationships+xml"/>
  <Override PartName="/ppt/slideLayouts/_rels/slideLayout17.xml.rels" ContentType="application/vnd.openxmlformats-package.relationships+xml"/>
  <Override PartName="/ppt/slideLayouts/_rels/slideLayout1.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59.xml.rels" ContentType="application/vnd.openxmlformats-package.relationships+xml"/>
  <Override PartName="/ppt/slideLayouts/_rels/slideLayout48.xml.rels" ContentType="application/vnd.openxmlformats-package.relationships+xml"/>
  <Override PartName="/ppt/slideLayouts/_rels/slideLayout4.xml.rels" ContentType="application/vnd.openxmlformats-package.relationships+xml"/>
  <Override PartName="/ppt/slideLayouts/_rels/slideLayout54.xml.rels" ContentType="application/vnd.openxmlformats-package.relationships+xml"/>
  <Override PartName="/ppt/slideLayouts/_rels/slideLayout60.xml.rels" ContentType="application/vnd.openxmlformats-package.relationships+xml"/>
  <Override PartName="/ppt/slideLayouts/_rels/slideLayout32.xml.rels" ContentType="application/vnd.openxmlformats-package.relationships+xml"/>
  <Override PartName="/ppt/slideLayouts/_rels/slideLayout61.xml.rels" ContentType="application/vnd.openxmlformats-package.relationships+xml"/>
  <Override PartName="/ppt/slideLayouts/_rels/slideLayout70.xml.rels" ContentType="application/vnd.openxmlformats-package.relationships+xml"/>
  <Override PartName="/ppt/slideLayouts/_rels/slideLayout42.xml.rels" ContentType="application/vnd.openxmlformats-package.relationships+xml"/>
  <Override PartName="/ppt/slideLayouts/_rels/slideLayout72.xml.rels" ContentType="application/vnd.openxmlformats-package.relationships+xml"/>
  <Override PartName="/ppt/slideLayouts/_rels/slideLayout44.xml.rels" ContentType="application/vnd.openxmlformats-package.relationships+xml"/>
  <Override PartName="/ppt/slideLayouts/_rels/slideLayout53.xml.rels" ContentType="application/vnd.openxmlformats-package.relationships+xml"/>
  <Override PartName="/ppt/slideLayouts/_rels/slideLayout36.xml.rels" ContentType="application/vnd.openxmlformats-package.relationships+xml"/>
  <Override PartName="/ppt/slideLayouts/_rels/slideLayout45.xml.rels" ContentType="application/vnd.openxmlformats-package.relationships+xml"/>
  <Override PartName="/ppt/slideLayouts/_rels/slideLayout35.xml.rels" ContentType="application/vnd.openxmlformats-package.relationships+xml"/>
  <Override PartName="/ppt/slideLayouts/_rels/slideLayout41.xml.rels" ContentType="application/vnd.openxmlformats-package.relationships+xml"/>
  <Override PartName="/ppt/slideLayouts/_rels/slideLayout7.xml.rels" ContentType="application/vnd.openxmlformats-package.relationships+xml"/>
  <Override PartName="/ppt/slideLayouts/_rels/slideLayout63.xml.rels" ContentType="application/vnd.openxmlformats-package.relationships+xml"/>
  <Override PartName="/ppt/slideLayouts/_rels/slideLayout64.xml.rels" ContentType="application/vnd.openxmlformats-package.relationships+xml"/>
  <Override PartName="/ppt/slideLayouts/_rels/slideLayout11.xml.rels" ContentType="application/vnd.openxmlformats-package.relationships+xml"/>
  <Override PartName="/ppt/slideLayouts/_rels/slideLayout58.xml.rels" ContentType="application/vnd.openxmlformats-package.relationships+xml"/>
  <Override PartName="/ppt/slideLayouts/_rels/slideLayout62.xml.rels" ContentType="application/vnd.openxmlformats-package.relationships+xml"/>
  <Override PartName="/ppt/slideLayouts/_rels/slideLayout67.xml.rels" ContentType="application/vnd.openxmlformats-package.relationships+xml"/>
  <Override PartName="/ppt/slideLayouts/_rels/slideLayout15.xml.rels" ContentType="application/vnd.openxmlformats-package.relationships+xml"/>
  <Override PartName="/ppt/slideLayouts/_rels/slideLayout9.xml.rels" ContentType="application/vnd.openxmlformats-package.relationships+xml"/>
  <Override PartName="/ppt/slideLayouts/_rels/slideLayout34.xml.rels" ContentType="application/vnd.openxmlformats-package.relationships+xml"/>
  <Override PartName="/ppt/slideLayouts/_rels/slideLayout40.xml.rels" ContentType="application/vnd.openxmlformats-package.relationships+xml"/>
  <Override PartName="/ppt/slideLayouts/_rels/slideLayout6.xml.rels" ContentType="application/vnd.openxmlformats-package.relationships+xml"/>
  <Override PartName="/ppt/slideLayouts/_rels/slideLayout66.xml.rels" ContentType="application/vnd.openxmlformats-package.relationships+xml"/>
  <Override PartName="/ppt/slideLayouts/_rels/slideLayout14.xml.rels" ContentType="application/vnd.openxmlformats-package.relationships+xml"/>
  <Override PartName="/ppt/slideLayouts/_rels/slideLayout13.xml.rels" ContentType="application/vnd.openxmlformats-package.relationships+xml"/>
  <Override PartName="/ppt/slideLayouts/_rels/slideLayout68.xml.rels" ContentType="application/vnd.openxmlformats-package.relationships+xml"/>
  <Override PartName="/ppt/slideLayouts/_rels/slideLayout65.xml.rels" ContentType="application/vnd.openxmlformats-package.relationships+xml"/>
  <Override PartName="/ppt/slideLayouts/_rels/slideLayout51.xml.rels" ContentType="application/vnd.openxmlformats-package.relationships+xml"/>
  <Override PartName="/ppt/slideLayouts/_rels/slideLayout52.xml.rels" ContentType="application/vnd.openxmlformats-package.relationships+xml"/>
  <Override PartName="/ppt/slideLayouts/_rels/slideLayout8.xml.rels" ContentType="application/vnd.openxmlformats-package.relationships+xml"/>
  <Override PartName="/ppt/slideLayouts/_rels/slideLayout33.xml.rels" ContentType="application/vnd.openxmlformats-package.relationships+xml"/>
  <Override PartName="/ppt/slideLayouts/_rels/slideLayout57.xml.rels" ContentType="application/vnd.openxmlformats-package.relationships+xml"/>
  <Override PartName="/ppt/slideLayouts/_rels/slideLayout31.xml.rels" ContentType="application/vnd.openxmlformats-package.relationships+xml"/>
  <Override PartName="/ppt/slideLayouts/_rels/slideLayout56.xml.rels" ContentType="application/vnd.openxmlformats-package.relationships+xml"/>
  <Override PartName="/ppt/slideLayouts/_rels/slideLayout37.xml.rels" ContentType="application/vnd.openxmlformats-package.relationships+xml"/>
  <Override PartName="/ppt/slideLayouts/_rels/slideLayout71.xml.rels" ContentType="application/vnd.openxmlformats-package.relationships+xml"/>
  <Override PartName="/ppt/slideLayouts/_rels/slideLayout43.xml.rels" ContentType="application/vnd.openxmlformats-package.relationships+xml"/>
  <Override PartName="/ppt/slideLayouts/_rels/slideLayout38.xml.rels" ContentType="application/vnd.openxmlformats-package.relationships+xml"/>
  <Override PartName="/ppt/slideLayouts/_rels/slideLayout39.xml.rels" ContentType="application/vnd.openxmlformats-package.relationships+xml"/>
  <Override PartName="/ppt/slideLayouts/_rels/slideLayout20.xml.rels" ContentType="application/vnd.openxmlformats-package.relationships+xml"/>
  <Override PartName="/ppt/slideLayouts/_rels/slideLayout50.xml.rels" ContentType="application/vnd.openxmlformats-package.relationships+xml"/>
  <Override PartName="/ppt/slideLayouts/_rels/slideLayout69.xml.rels" ContentType="application/vnd.openxmlformats-package.relationship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46.xml" ContentType="application/vnd.openxmlformats-officedocument.presentationml.slideLayout+xml"/>
  <Override PartName="/ppt/slideLayouts/slideLayout21.xml" ContentType="application/vnd.openxmlformats-officedocument.presentationml.slideLayout+xml"/>
  <Override PartName="/ppt/slideLayouts/slideLayout47.xml" ContentType="application/vnd.openxmlformats-officedocument.presentationml.slideLayout+xml"/>
  <Override PartName="/ppt/slideLayouts/slideLayout22.xml" ContentType="application/vnd.openxmlformats-officedocument.presentationml.slideLayout+xml"/>
  <Override PartName="/ppt/slideLayouts/slideLayout48.xml" ContentType="application/vnd.openxmlformats-officedocument.presentationml.slideLayout+xml"/>
  <Override PartName="/ppt/slideLayouts/slideLayout23.xml" ContentType="application/vnd.openxmlformats-officedocument.presentationml.slideLayout+xml"/>
  <Override PartName="/ppt/slideLayouts/slideLayout49.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55.xml" ContentType="application/vnd.openxmlformats-officedocument.presentationml.slideLayout+xml"/>
  <Override PartName="/ppt/slideLayouts/slideLayout30.xml" ContentType="application/vnd.openxmlformats-officedocument.presentationml.slideLayout+xml"/>
  <Override PartName="/ppt/media/image6.wmf" ContentType="image/x-wmf"/>
  <Override PartName="/ppt/media/image5.wmf" ContentType="image/x-wmf"/>
  <Override PartName="/ppt/media/image4.wmf" ContentType="image/x-wmf"/>
  <Override PartName="/ppt/media/image3.wmf" ContentType="image/x-wmf"/>
  <Override PartName="/ppt/media/image1.wmf" ContentType="image/x-wmf"/>
  <Override PartName="/ppt/media/image2.wmf" ContentType="image/x-wmf"/>
  <Override PartName="/ppt/media/image7.wmf" ContentType="image/x-wmf"/>
  <Override PartName="/ppt/media/image8.wmf" ContentType="image/x-wmf"/>
  <Override PartName="/ppt/media/image9.wmf" ContentType="image/x-wmf"/>
  <Override PartName="/ppt/media/image18.png" ContentType="image/png"/>
  <Override PartName="/ppt/media/image17.png" ContentType="image/png"/>
  <Override PartName="/ppt/media/image16.png" ContentType="image/png"/>
  <Override PartName="/ppt/media/image15.png" ContentType="image/png"/>
  <Override PartName="/ppt/media/image13.png" ContentType="image/png"/>
  <Override PartName="/ppt/media/image38.png" ContentType="image/png"/>
  <Override PartName="/ppt/media/image14.png" ContentType="image/png"/>
  <Override PartName="/ppt/media/image39.png" ContentType="image/png"/>
  <Override PartName="/ppt/media/image43.png" ContentType="image/png"/>
  <Override PartName="/ppt/media/image42.png" ContentType="image/png"/>
  <Override PartName="/ppt/media/image41.png" ContentType="image/png"/>
  <Override PartName="/ppt/media/image19.png" ContentType="image/png"/>
  <Override PartName="/ppt/media/image40.png" ContentType="image/png"/>
  <Override PartName="/ppt/media/image44.png" ContentType="image/png"/>
  <Override PartName="/ppt/media/image12.png" ContentType="image/png"/>
  <Override PartName="/ppt/media/image37.png" ContentType="image/png"/>
  <Override PartName="/ppt/media/image45.png" ContentType="image/png"/>
  <Override PartName="/ppt/media/image20.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28.png" ContentType="image/png"/>
  <Override PartName="/ppt/media/image29.png" ContentType="image/png"/>
  <Override PartName="/ppt/media/image30.png" ContentType="image/png"/>
  <Override PartName="/ppt/media/image31.png" ContentType="image/png"/>
  <Override PartName="/ppt/media/image32.png" ContentType="image/png"/>
  <Override PartName="/ppt/media/image33.png" ContentType="image/png"/>
  <Override PartName="/ppt/media/image34.png" ContentType="image/png"/>
  <Override PartName="/ppt/media/image10.png" ContentType="image/png"/>
  <Override PartName="/ppt/media/image35.png" ContentType="image/png"/>
  <Override PartName="/ppt/media/image11.png" ContentType="image/png"/>
  <Override PartName="/ppt/media/image36.png" ContentType="image/png"/>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0.xml" ContentType="application/vnd.openxmlformats-officedocument.presentationml.notesSlide+xml"/>
  <Override PartName="/ppt/notesSlides/notesSlide1.xml" ContentType="application/vnd.openxmlformats-officedocument.presentationml.notesSlide+xml"/>
  <Override PartName="/ppt/notesSlides/_rels/notesSlide20.xml.rels" ContentType="application/vnd.openxmlformats-package.relationships+xml"/>
  <Override PartName="/ppt/notesSlides/_rels/notesSlide15.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notesSlide11.xml" ContentType="application/vnd.openxmlformats-officedocument.presentationml.notesSlide+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entation.xml" ContentType="application/vnd.openxmlformats-officedocument.presentationml.presentation.main+xml"/>
  <Override PartName="/ppt/theme/theme6.xml" ContentType="application/vnd.openxmlformats-officedocument.theme+xml"/>
  <Override PartName="/ppt/theme/theme2.xml" ContentType="application/vnd.openxmlformats-officedocument.theme+xml"/>
  <Override PartName="/ppt/theme/theme7.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7.xml.rels" ContentType="application/vnd.openxmlformats-package.relationships+xml"/>
  <Override PartName="/ppt/slides/_rels/slide10.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0.xml.rels" ContentType="application/vnd.openxmlformats-package.relationships+xml"/>
  <Override PartName="/ppt/slides/_rels/slide21.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6.xml.rels" ContentType="application/vnd.openxmlformats-package.relationships+xml"/>
  <Override PartName="/ppt/slides/_rels/slide22.xml.rels" ContentType="application/vnd.openxmlformats-package.relationships+xml"/>
  <Override PartName="/ppt/slides/_rels/slide15.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_rels/slide9.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slide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_rels/.rels" ContentType="application/vnd.openxmlformats-package.relationshi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Lst>
  <p:sldSz cx="12192000" cy="6858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
</Relationships>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sldImg"/>
          </p:nvPr>
        </p:nvSpPr>
        <p:spPr>
          <a:xfrm>
            <a:off x="216000" y="812520"/>
            <a:ext cx="7127280" cy="4008960"/>
          </a:xfrm>
          <a:prstGeom prst="rect">
            <a:avLst/>
          </a:prstGeom>
        </p:spPr>
        <p:txBody>
          <a:bodyPr lIns="0" rIns="0" tIns="0" bIns="0" anchor="ctr">
            <a:noAutofit/>
          </a:bodyPr>
          <a:p>
            <a:r>
              <a:rPr b="0" lang="uk-UA" sz="1800" spc="-1" strike="noStrike">
                <a:solidFill>
                  <a:srgbClr val="000000"/>
                </a:solidFill>
                <a:latin typeface="Arial"/>
              </a:rPr>
              <a:t>Click to move the slide</a:t>
            </a:r>
            <a:endParaRPr b="0" lang="uk-UA" sz="1800" spc="-1" strike="noStrike">
              <a:solidFill>
                <a:srgbClr val="000000"/>
              </a:solidFill>
              <a:latin typeface="Arial"/>
            </a:endParaRPr>
          </a:p>
        </p:txBody>
      </p:sp>
      <p:sp>
        <p:nvSpPr>
          <p:cNvPr id="239" name="PlaceHolder 2"/>
          <p:cNvSpPr>
            <a:spLocks noGrp="1"/>
          </p:cNvSpPr>
          <p:nvPr>
            <p:ph type="body"/>
          </p:nvPr>
        </p:nvSpPr>
        <p:spPr>
          <a:xfrm>
            <a:off x="756000" y="5078520"/>
            <a:ext cx="6047640" cy="4811040"/>
          </a:xfrm>
          <a:prstGeom prst="rect">
            <a:avLst/>
          </a:prstGeom>
        </p:spPr>
        <p:txBody>
          <a:bodyPr lIns="0" rIns="0" tIns="0" bIns="0">
            <a:noAutofit/>
          </a:bodyPr>
          <a:p>
            <a:r>
              <a:rPr b="0" lang="en-US" sz="2000" spc="-1" strike="noStrike">
                <a:latin typeface="Arial"/>
              </a:rPr>
              <a:t>Click to edit the notes format</a:t>
            </a:r>
            <a:endParaRPr b="0" lang="en-US" sz="2000" spc="-1" strike="noStrike">
              <a:latin typeface="Arial"/>
            </a:endParaRPr>
          </a:p>
        </p:txBody>
      </p:sp>
      <p:sp>
        <p:nvSpPr>
          <p:cNvPr id="240" name="PlaceHolder 3"/>
          <p:cNvSpPr>
            <a:spLocks noGrp="1"/>
          </p:cNvSpPr>
          <p:nvPr>
            <p:ph type="hdr"/>
          </p:nvPr>
        </p:nvSpPr>
        <p:spPr>
          <a:xfrm>
            <a:off x="0" y="0"/>
            <a:ext cx="3280680" cy="534240"/>
          </a:xfrm>
          <a:prstGeom prst="rect">
            <a:avLst/>
          </a:prstGeom>
        </p:spPr>
        <p:txBody>
          <a:bodyPr lIns="0" rIns="0" tIns="0" bIns="0">
            <a:noAutofit/>
          </a:bodyPr>
          <a:p>
            <a:r>
              <a:rPr b="0" lang="en-US" sz="1400" spc="-1" strike="noStrike">
                <a:latin typeface="Times New Roman"/>
              </a:rPr>
              <a:t>&lt;header&gt;</a:t>
            </a:r>
            <a:endParaRPr b="0" lang="en-US" sz="1400" spc="-1" strike="noStrike">
              <a:latin typeface="Times New Roman"/>
            </a:endParaRPr>
          </a:p>
        </p:txBody>
      </p:sp>
      <p:sp>
        <p:nvSpPr>
          <p:cNvPr id="241" name="PlaceHolder 4"/>
          <p:cNvSpPr>
            <a:spLocks noGrp="1"/>
          </p:cNvSpPr>
          <p:nvPr>
            <p:ph type="dt"/>
          </p:nvPr>
        </p:nvSpPr>
        <p:spPr>
          <a:xfrm>
            <a:off x="4278960" y="0"/>
            <a:ext cx="3280680" cy="534240"/>
          </a:xfrm>
          <a:prstGeom prst="rect">
            <a:avLst/>
          </a:prstGeom>
        </p:spPr>
        <p:txBody>
          <a:bodyPr lIns="0" rIns="0" tIns="0" bIns="0">
            <a:noAutofit/>
          </a:bodyPr>
          <a:p>
            <a:pPr algn="r"/>
            <a:r>
              <a:rPr b="0" lang="en-US" sz="1400" spc="-1" strike="noStrike">
                <a:latin typeface="Times New Roman"/>
              </a:rPr>
              <a:t>&lt;date/time&gt;</a:t>
            </a:r>
            <a:endParaRPr b="0" lang="en-US" sz="1400" spc="-1" strike="noStrike">
              <a:latin typeface="Times New Roman"/>
            </a:endParaRPr>
          </a:p>
        </p:txBody>
      </p:sp>
      <p:sp>
        <p:nvSpPr>
          <p:cNvPr id="242" name="PlaceHolder 5"/>
          <p:cNvSpPr>
            <a:spLocks noGrp="1"/>
          </p:cNvSpPr>
          <p:nvPr>
            <p:ph type="ftr"/>
          </p:nvPr>
        </p:nvSpPr>
        <p:spPr>
          <a:xfrm>
            <a:off x="0" y="10157400"/>
            <a:ext cx="3280680" cy="534240"/>
          </a:xfrm>
          <a:prstGeom prst="rect">
            <a:avLst/>
          </a:prstGeom>
        </p:spPr>
        <p:txBody>
          <a:bodyPr lIns="0" rIns="0" tIns="0" bIns="0" anchor="b">
            <a:noAutofit/>
          </a:bodyPr>
          <a:p>
            <a:r>
              <a:rPr b="0" lang="en-US" sz="1400" spc="-1" strike="noStrike">
                <a:latin typeface="Times New Roman"/>
              </a:rPr>
              <a:t>&lt;footer&gt;</a:t>
            </a:r>
            <a:endParaRPr b="0" lang="en-US" sz="1400" spc="-1" strike="noStrike">
              <a:latin typeface="Times New Roman"/>
            </a:endParaRPr>
          </a:p>
        </p:txBody>
      </p:sp>
      <p:sp>
        <p:nvSpPr>
          <p:cNvPr id="243"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49A6686F-2721-4D77-8796-BE7E092235F6}"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sldImg"/>
          </p:nvPr>
        </p:nvSpPr>
        <p:spPr>
          <a:xfrm>
            <a:off x="687240" y="1143000"/>
            <a:ext cx="5479560" cy="3082680"/>
          </a:xfrm>
          <a:prstGeom prst="rect">
            <a:avLst/>
          </a:prstGeom>
        </p:spPr>
      </p:sp>
      <p:sp>
        <p:nvSpPr>
          <p:cNvPr id="350" name="PlaceHolder 2"/>
          <p:cNvSpPr>
            <a:spLocks noGrp="1"/>
          </p:cNvSpPr>
          <p:nvPr>
            <p:ph type="body"/>
          </p:nvPr>
        </p:nvSpPr>
        <p:spPr>
          <a:xfrm>
            <a:off x="685800" y="4400640"/>
            <a:ext cx="5481720" cy="3595680"/>
          </a:xfrm>
          <a:prstGeom prst="rect">
            <a:avLst/>
          </a:prstGeom>
        </p:spPr>
        <p:txBody>
          <a:bodyPr lIns="0" rIns="0" tIns="0" bIns="0">
            <a:noAutofit/>
          </a:bodyPr>
          <a:p>
            <a:endParaRPr b="0" lang="en-US" sz="2000" spc="-1" strike="noStrike">
              <a:latin typeface="Arial"/>
            </a:endParaRPr>
          </a:p>
        </p:txBody>
      </p:sp>
      <p:sp>
        <p:nvSpPr>
          <p:cNvPr id="351" name="CustomShape 3"/>
          <p:cNvSpPr/>
          <p:nvPr/>
        </p:nvSpPr>
        <p:spPr>
          <a:xfrm>
            <a:off x="3884760" y="8685360"/>
            <a:ext cx="2967120" cy="45396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D4754ACC-63DA-4853-BF72-C6408B850402}" type="slidenum">
              <a:rPr b="0" lang="en-GB"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217440" y="812880"/>
            <a:ext cx="7124400" cy="4008240"/>
          </a:xfrm>
          <a:prstGeom prst="rect">
            <a:avLst/>
          </a:prstGeom>
        </p:spPr>
      </p:sp>
      <p:sp>
        <p:nvSpPr>
          <p:cNvPr id="353" name="PlaceHolder 2"/>
          <p:cNvSpPr>
            <a:spLocks noGrp="1"/>
          </p:cNvSpPr>
          <p:nvPr>
            <p:ph type="body"/>
          </p:nvPr>
        </p:nvSpPr>
        <p:spPr>
          <a:xfrm>
            <a:off x="756000" y="5078520"/>
            <a:ext cx="6046560" cy="4809960"/>
          </a:xfrm>
          <a:prstGeom prst="rect">
            <a:avLst/>
          </a:prstGeom>
        </p:spPr>
        <p:txBody>
          <a:bodyPr lIns="0" rIns="0" tIns="0" bIns="0">
            <a:noAutofit/>
          </a:bodyPr>
          <a:p>
            <a:pPr marL="216000" indent="-215280">
              <a:lnSpc>
                <a:spcPct val="100000"/>
              </a:lnSpc>
            </a:pPr>
            <a:r>
              <a:rPr b="0" lang="en-US" sz="2000" spc="-1" strike="noStrike">
                <a:solidFill>
                  <a:srgbClr val="000000"/>
                </a:solidFill>
                <a:latin typeface="Arial"/>
              </a:rPr>
              <a:t>While a monolithic application is a single unified unit, a microservices architecture breaks it down into a collection of smaller independent units. These units carry out every application process as a separate service. So all the services have their own logic and the database as well as perform the specific functions.</a:t>
            </a:r>
            <a:endParaRPr b="0" lang="en-US" sz="2000" spc="-1" strike="noStrike">
              <a:latin typeface="Arial"/>
            </a:endParaRPr>
          </a:p>
          <a:p>
            <a:pPr marL="216000" indent="-215280">
              <a:lnSpc>
                <a:spcPct val="100000"/>
              </a:lnSpc>
            </a:pPr>
            <a:r>
              <a:rPr b="0" lang="en-US" sz="2000" spc="-1" strike="noStrike">
                <a:solidFill>
                  <a:srgbClr val="000000"/>
                </a:solidFill>
                <a:latin typeface="Arial"/>
              </a:rPr>
              <a:t>Within a microservices architecture, the entire functionality is split up into independently deployable modules which communicate with each other through defined methods called APIs (Application Programming Interfaces). Each service covers its own scope and can be updated, deployed, and scaled independently.</a:t>
            </a:r>
            <a:endParaRPr b="0" lang="en-US" sz="2000" spc="-1" strike="noStrike">
              <a:latin typeface="Arial"/>
            </a:endParaRPr>
          </a:p>
          <a:p>
            <a:pPr marL="216000" indent="-215280">
              <a:lnSpc>
                <a:spcPct val="100000"/>
              </a:lnSpc>
            </a:pPr>
            <a:endParaRPr b="0" lang="en-US" sz="2000" spc="-1" strike="noStrike">
              <a:latin typeface="Arial"/>
            </a:endParaRPr>
          </a:p>
        </p:txBody>
      </p:sp>
      <p:sp>
        <p:nvSpPr>
          <p:cNvPr id="354" name="CustomShape 3"/>
          <p:cNvSpPr/>
          <p:nvPr/>
        </p:nvSpPr>
        <p:spPr>
          <a:xfrm>
            <a:off x="4278960" y="10157400"/>
            <a:ext cx="3279600" cy="533160"/>
          </a:xfrm>
          <a:prstGeom prst="rect">
            <a:avLst/>
          </a:prstGeom>
          <a:noFill/>
          <a:ln>
            <a:noFill/>
          </a:ln>
        </p:spPr>
        <p:style>
          <a:lnRef idx="0"/>
          <a:fillRef idx="0"/>
          <a:effectRef idx="0"/>
          <a:fontRef idx="minor"/>
        </p:style>
        <p:txBody>
          <a:bodyPr lIns="0" rIns="0" tIns="0" bIns="0" anchor="b">
            <a:noAutofit/>
          </a:bodyPr>
          <a:p>
            <a:pPr algn="r">
              <a:lnSpc>
                <a:spcPct val="100000"/>
              </a:lnSpc>
            </a:pPr>
            <a:fld id="{E0D2255B-651A-4E0D-8512-E1207CE90BBE}" type="slidenum">
              <a:rPr b="0" lang="en-US" sz="1400" spc="-1" strike="noStrike">
                <a:solidFill>
                  <a:srgbClr val="000000"/>
                </a:solidFill>
                <a:latin typeface="Times New Roman"/>
                <a:ea typeface="+mn-ea"/>
              </a:rPr>
              <a:t>&lt;number&gt;</a:t>
            </a:fld>
            <a:endParaRPr b="0" lang="en-US" sz="1400" spc="-1" strike="noStrike">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sldImg"/>
          </p:nvPr>
        </p:nvSpPr>
        <p:spPr>
          <a:xfrm>
            <a:off x="380880" y="695160"/>
            <a:ext cx="6092640" cy="3427200"/>
          </a:xfrm>
          <a:prstGeom prst="rect">
            <a:avLst/>
          </a:prstGeom>
        </p:spPr>
      </p:sp>
      <p:sp>
        <p:nvSpPr>
          <p:cNvPr id="356" name="PlaceHolder 2"/>
          <p:cNvSpPr>
            <a:spLocks noGrp="1"/>
          </p:cNvSpPr>
          <p:nvPr>
            <p:ph type="body"/>
          </p:nvPr>
        </p:nvSpPr>
        <p:spPr>
          <a:xfrm>
            <a:off x="685800" y="4343400"/>
            <a:ext cx="5484240" cy="5098320"/>
          </a:xfrm>
          <a:prstGeom prst="rect">
            <a:avLst/>
          </a:prstGeom>
        </p:spPr>
        <p:txBody>
          <a:bodyPr lIns="0" rIns="0" tIns="0" bIns="0">
            <a:noAutofit/>
          </a:bodyPr>
          <a:p>
            <a:pPr marL="216000" indent="-214560">
              <a:lnSpc>
                <a:spcPct val="100000"/>
              </a:lnSpc>
            </a:pPr>
            <a:r>
              <a:rPr b="0" lang="en-US" sz="2000" spc="-1" strike="noStrike">
                <a:latin typeface="Arial"/>
              </a:rPr>
              <a:t>With microservices, we are also able to adopt technology more quickly, and understand</a:t>
            </a:r>
            <a:endParaRPr b="0" lang="en-US" sz="2000" spc="-1" strike="noStrike">
              <a:latin typeface="Arial"/>
            </a:endParaRPr>
          </a:p>
          <a:p>
            <a:pPr marL="216000" indent="-214560">
              <a:lnSpc>
                <a:spcPct val="100000"/>
              </a:lnSpc>
            </a:pPr>
            <a:r>
              <a:rPr b="0" lang="en-US" sz="2000" spc="-1" strike="noStrike">
                <a:latin typeface="Arial"/>
              </a:rPr>
              <a:t>how new advancements may help us. One of the biggest barriers to trying out and</a:t>
            </a:r>
            <a:endParaRPr b="0" lang="en-US" sz="2000" spc="-1" strike="noStrike">
              <a:latin typeface="Arial"/>
            </a:endParaRPr>
          </a:p>
          <a:p>
            <a:pPr marL="216000" indent="-214560">
              <a:lnSpc>
                <a:spcPct val="100000"/>
              </a:lnSpc>
            </a:pPr>
            <a:r>
              <a:rPr b="0" lang="en-US" sz="2000" spc="-1" strike="noStrike">
                <a:latin typeface="Arial"/>
              </a:rPr>
              <a:t>adopting new technology is the risks associated with it. With a monolithic application, if I</a:t>
            </a:r>
            <a:endParaRPr b="0" lang="en-US" sz="2000" spc="-1" strike="noStrike">
              <a:latin typeface="Arial"/>
            </a:endParaRPr>
          </a:p>
          <a:p>
            <a:pPr marL="216000" indent="-214560">
              <a:lnSpc>
                <a:spcPct val="100000"/>
              </a:lnSpc>
            </a:pPr>
            <a:r>
              <a:rPr b="0" lang="en-US" sz="2000" spc="-1" strike="noStrike">
                <a:latin typeface="Arial"/>
              </a:rPr>
              <a:t>want to try a new programming language, database, or framework, any change will impact</a:t>
            </a:r>
            <a:endParaRPr b="0" lang="en-US" sz="2000" spc="-1" strike="noStrike">
              <a:latin typeface="Arial"/>
            </a:endParaRPr>
          </a:p>
          <a:p>
            <a:pPr marL="216000" indent="-214560">
              <a:lnSpc>
                <a:spcPct val="100000"/>
              </a:lnSpc>
            </a:pPr>
            <a:r>
              <a:rPr b="0" lang="en-US" sz="2000" spc="-1" strike="noStrike">
                <a:latin typeface="Arial"/>
              </a:rPr>
              <a:t>a large amount of my system. With a system consisting of multiple services, I have</a:t>
            </a:r>
            <a:endParaRPr b="0" lang="en-US" sz="2000" spc="-1" strike="noStrike">
              <a:latin typeface="Arial"/>
            </a:endParaRPr>
          </a:p>
          <a:p>
            <a:pPr marL="216000" indent="-214560">
              <a:lnSpc>
                <a:spcPct val="100000"/>
              </a:lnSpc>
            </a:pPr>
            <a:r>
              <a:rPr b="0" lang="en-US" sz="2000" spc="-1" strike="noStrike">
                <a:latin typeface="Arial"/>
              </a:rPr>
              <a:t>multiple new places in which to try out a new piece of technology. I can pick a service that</a:t>
            </a:r>
            <a:endParaRPr b="0" lang="en-US" sz="2000" spc="-1" strike="noStrike">
              <a:latin typeface="Arial"/>
            </a:endParaRPr>
          </a:p>
          <a:p>
            <a:pPr marL="216000" indent="-214560">
              <a:lnSpc>
                <a:spcPct val="100000"/>
              </a:lnSpc>
            </a:pPr>
            <a:r>
              <a:rPr b="0" lang="en-US" sz="2000" spc="-1" strike="noStrike">
                <a:latin typeface="Arial"/>
              </a:rPr>
              <a:t>is perhaps lowest risk and use the technology there, knowing that I can limit any potential</a:t>
            </a:r>
            <a:endParaRPr b="0" lang="en-US" sz="2000" spc="-1" strike="noStrike">
              <a:latin typeface="Arial"/>
            </a:endParaRPr>
          </a:p>
          <a:p>
            <a:pPr marL="216000" indent="-214560">
              <a:lnSpc>
                <a:spcPct val="100000"/>
              </a:lnSpc>
            </a:pPr>
            <a:r>
              <a:rPr b="0" lang="en-US" sz="2000" spc="-1" strike="noStrike">
                <a:latin typeface="Arial"/>
              </a:rPr>
              <a:t>negative impact. Many organizations find this ability to more quickly absorb new</a:t>
            </a:r>
            <a:endParaRPr b="0" lang="en-US" sz="2000" spc="-1" strike="noStrike">
              <a:latin typeface="Arial"/>
            </a:endParaRPr>
          </a:p>
          <a:p>
            <a:pPr marL="216000" indent="-214560">
              <a:lnSpc>
                <a:spcPct val="100000"/>
              </a:lnSpc>
            </a:pPr>
            <a:r>
              <a:rPr b="0" lang="en-US" sz="2000" spc="-1" strike="noStrike">
                <a:latin typeface="Arial"/>
              </a:rPr>
              <a:t>technologies to be a real advantage for them.</a:t>
            </a:r>
            <a:endParaRPr b="0" lang="en-US" sz="2000" spc="-1" strike="noStrike">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sldImg"/>
          </p:nvPr>
        </p:nvSpPr>
        <p:spPr>
          <a:xfrm>
            <a:off x="217440" y="812880"/>
            <a:ext cx="7124400" cy="4008240"/>
          </a:xfrm>
          <a:prstGeom prst="rect">
            <a:avLst/>
          </a:prstGeom>
        </p:spPr>
      </p:sp>
      <p:sp>
        <p:nvSpPr>
          <p:cNvPr id="358" name="PlaceHolder 2"/>
          <p:cNvSpPr>
            <a:spLocks noGrp="1"/>
          </p:cNvSpPr>
          <p:nvPr>
            <p:ph type="body"/>
          </p:nvPr>
        </p:nvSpPr>
        <p:spPr>
          <a:xfrm>
            <a:off x="756000" y="5078520"/>
            <a:ext cx="6046560" cy="4809960"/>
          </a:xfrm>
          <a:prstGeom prst="rect">
            <a:avLst/>
          </a:prstGeom>
        </p:spPr>
        <p:txBody>
          <a:bodyPr lIns="0" rIns="0" tIns="0" bIns="0">
            <a:noAutofit/>
          </a:bodyPr>
          <a:p>
            <a:endParaRPr b="0" lang="en-US" sz="2000" spc="-1" strike="noStrike">
              <a:latin typeface="Arial"/>
            </a:endParaRPr>
          </a:p>
        </p:txBody>
      </p:sp>
      <p:sp>
        <p:nvSpPr>
          <p:cNvPr id="359" name="CustomShape 3"/>
          <p:cNvSpPr/>
          <p:nvPr/>
        </p:nvSpPr>
        <p:spPr>
          <a:xfrm>
            <a:off x="4278960" y="10157400"/>
            <a:ext cx="3279600" cy="533160"/>
          </a:xfrm>
          <a:prstGeom prst="rect">
            <a:avLst/>
          </a:prstGeom>
          <a:noFill/>
          <a:ln>
            <a:noFill/>
          </a:ln>
        </p:spPr>
        <p:style>
          <a:lnRef idx="0"/>
          <a:fillRef idx="0"/>
          <a:effectRef idx="0"/>
          <a:fontRef idx="minor"/>
        </p:style>
        <p:txBody>
          <a:bodyPr lIns="0" rIns="0" tIns="0" bIns="0" anchor="b">
            <a:noAutofit/>
          </a:bodyPr>
          <a:p>
            <a:pPr algn="r">
              <a:lnSpc>
                <a:spcPct val="100000"/>
              </a:lnSpc>
            </a:pPr>
            <a:fld id="{C0D70CFE-9A65-4504-86F3-01144012C09A}" type="slidenum">
              <a:rPr b="0" lang="en-US" sz="1400" spc="-1" strike="noStrike">
                <a:solidFill>
                  <a:srgbClr val="000000"/>
                </a:solidFill>
                <a:latin typeface="Times New Roman"/>
                <a:ea typeface="+mn-ea"/>
              </a:rPr>
              <a:t>&lt;number&gt;</a:t>
            </a:fld>
            <a:endParaRPr b="0" lang="en-US" sz="1400" spc="-1" strike="noStrike">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217440" y="812880"/>
            <a:ext cx="7121160" cy="4006440"/>
          </a:xfrm>
          <a:prstGeom prst="rect">
            <a:avLst/>
          </a:prstGeom>
        </p:spPr>
      </p:sp>
      <p:sp>
        <p:nvSpPr>
          <p:cNvPr id="361" name="PlaceHolder 2"/>
          <p:cNvSpPr>
            <a:spLocks noGrp="1"/>
          </p:cNvSpPr>
          <p:nvPr>
            <p:ph type="body"/>
          </p:nvPr>
        </p:nvSpPr>
        <p:spPr>
          <a:xfrm>
            <a:off x="756000" y="5078520"/>
            <a:ext cx="6045120" cy="4808520"/>
          </a:xfrm>
          <a:prstGeom prst="rect">
            <a:avLst/>
          </a:prstGeom>
        </p:spPr>
        <p:txBody>
          <a:bodyPr lIns="0" rIns="0" tIns="0" bIns="0">
            <a:noAutofit/>
          </a:bodyPr>
          <a:p>
            <a:pPr marL="216000" indent="-215640" algn="just">
              <a:lnSpc>
                <a:spcPct val="100000"/>
              </a:lnSpc>
            </a:pPr>
            <a:r>
              <a:rPr b="0" lang="en-US" sz="1800" spc="-1" strike="noStrike">
                <a:solidFill>
                  <a:srgbClr val="ffffff"/>
                </a:solidFill>
                <a:latin typeface="Arial"/>
                <a:ea typeface="DejaVu Sans"/>
              </a:rPr>
              <a:t>Rather than renting a server for your application, setting up the environment, and deploying it, you upload your application to your serverless provider, which takes care of assigning servers, storage, application handling, setup, and execution. </a:t>
            </a:r>
            <a:endParaRPr b="0" lang="en-US" sz="1800" spc="-1" strike="noStrike">
              <a:latin typeface="Arial"/>
            </a:endParaRPr>
          </a:p>
          <a:p>
            <a:pPr marL="216000" indent="-215640" algn="just">
              <a:lnSpc>
                <a:spcPct val="100000"/>
              </a:lnSpc>
            </a:pPr>
            <a:r>
              <a:rPr b="0" lang="en-US" sz="1800" spc="-1" strike="noStrike">
                <a:solidFill>
                  <a:srgbClr val="ffffff"/>
                </a:solidFill>
                <a:latin typeface="Arial"/>
                <a:ea typeface="DejaVu Sans"/>
              </a:rPr>
              <a:t>More precisely, the provider stores your application inside a certain container. The</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container represents an isolated environment that contains everything your application needs to run.</a:t>
            </a:r>
            <a:endParaRPr b="0" lang="en-US" sz="1800" spc="-1" strike="noStrike">
              <a:latin typeface="Arial"/>
            </a:endParaRPr>
          </a:p>
          <a:p>
            <a:pPr marL="216000" indent="-215640">
              <a:lnSpc>
                <a:spcPct val="100000"/>
              </a:lnSpc>
            </a:pPr>
            <a:r>
              <a:rPr b="0" lang="en-US" sz="1800" spc="-1" strike="noStrike">
                <a:solidFill>
                  <a:srgbClr val="ffffff"/>
                </a:solidFill>
                <a:latin typeface="Arial"/>
                <a:ea typeface="DejaVu Sans"/>
              </a:rPr>
              <a:t>Finally, serverless providers offer various triggers that can run your functions. The</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list of triggers</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depends on the provider and implementation, but some of the most</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common triggers are HTTP</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requests, file uploads to file storage, database updates, and</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Internet of Things (IoT) events. There are </a:t>
            </a:r>
            <a:endParaRPr b="0" lang="en-US" sz="1800" spc="-1" strike="noStrike">
              <a:latin typeface="Arial"/>
            </a:endParaRPr>
          </a:p>
          <a:p>
            <a:pPr marL="216000" indent="-215640">
              <a:lnSpc>
                <a:spcPct val="100000"/>
              </a:lnSpc>
            </a:pPr>
            <a:r>
              <a:rPr b="0" lang="en-US" sz="1800" spc="-1" strike="noStrike">
                <a:solidFill>
                  <a:srgbClr val="ffffff"/>
                </a:solidFill>
                <a:latin typeface="Arial"/>
                <a:ea typeface="DejaVu Sans"/>
              </a:rPr>
              <a:t>many more.</a:t>
            </a:r>
            <a:endParaRPr b="0" lang="en-US" sz="1800" spc="-1" strike="noStrike">
              <a:latin typeface="Arial"/>
            </a:endParaRPr>
          </a:p>
        </p:txBody>
      </p:sp>
      <p:sp>
        <p:nvSpPr>
          <p:cNvPr id="362" name="CustomShape 3"/>
          <p:cNvSpPr/>
          <p:nvPr/>
        </p:nvSpPr>
        <p:spPr>
          <a:xfrm>
            <a:off x="4278960" y="10157400"/>
            <a:ext cx="3278160" cy="531720"/>
          </a:xfrm>
          <a:prstGeom prst="rect">
            <a:avLst/>
          </a:prstGeom>
          <a:noFill/>
          <a:ln>
            <a:noFill/>
          </a:ln>
        </p:spPr>
        <p:style>
          <a:lnRef idx="0"/>
          <a:fillRef idx="0"/>
          <a:effectRef idx="0"/>
          <a:fontRef idx="minor"/>
        </p:style>
        <p:txBody>
          <a:bodyPr lIns="0" rIns="0" tIns="0" bIns="0" anchor="b">
            <a:noAutofit/>
          </a:bodyPr>
          <a:p>
            <a:pPr algn="r">
              <a:lnSpc>
                <a:spcPct val="100000"/>
              </a:lnSpc>
            </a:pPr>
            <a:fld id="{0F24E00B-7143-4568-9F85-492C2A6CB4FC}" type="slidenum">
              <a:rPr b="0" lang="en-US" sz="1400" spc="-1" strike="noStrike">
                <a:solidFill>
                  <a:srgbClr val="000000"/>
                </a:solidFill>
                <a:latin typeface="Times New Roman"/>
                <a:ea typeface="+mn-ea"/>
              </a:rPr>
              <a:t>&lt;number&gt;</a:t>
            </a:fld>
            <a:endParaRPr b="0" lang="en-US" sz="1400" spc="-1" strike="noStrike">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sldImg"/>
          </p:nvPr>
        </p:nvSpPr>
        <p:spPr>
          <a:xfrm>
            <a:off x="217440" y="812880"/>
            <a:ext cx="7124400" cy="4008240"/>
          </a:xfrm>
          <a:prstGeom prst="rect">
            <a:avLst/>
          </a:prstGeom>
        </p:spPr>
      </p:sp>
      <p:sp>
        <p:nvSpPr>
          <p:cNvPr id="364" name="PlaceHolder 2"/>
          <p:cNvSpPr>
            <a:spLocks noGrp="1"/>
          </p:cNvSpPr>
          <p:nvPr>
            <p:ph type="body"/>
          </p:nvPr>
        </p:nvSpPr>
        <p:spPr>
          <a:xfrm>
            <a:off x="756000" y="5078520"/>
            <a:ext cx="6046560" cy="4809960"/>
          </a:xfrm>
          <a:prstGeom prst="rect">
            <a:avLst/>
          </a:prstGeom>
        </p:spPr>
        <p:txBody>
          <a:bodyPr lIns="0" rIns="0" tIns="0" bIns="0">
            <a:noAutofit/>
          </a:bodyPr>
          <a:p>
            <a:pPr marL="216000" indent="-215280">
              <a:lnSpc>
                <a:spcPct val="100000"/>
              </a:lnSpc>
            </a:pPr>
            <a:r>
              <a:rPr b="0" lang="en-US" sz="1800" spc="-1" strike="noStrike">
                <a:latin typeface="Times New Roman"/>
              </a:rPr>
              <a:t>HTTP has built-in support to help clients identify when they can safely reuse pages. This support improves performance by reducing both network traffic and latency.</a:t>
            </a:r>
            <a:endParaRPr b="0" lang="en-US" sz="1800" spc="-1" strike="noStrike">
              <a:latin typeface="Arial"/>
            </a:endParaRPr>
          </a:p>
          <a:p>
            <a:pPr marL="216000" indent="-215280">
              <a:lnSpc>
                <a:spcPct val="100000"/>
              </a:lnSpc>
            </a:pPr>
            <a:r>
              <a:rPr b="0" lang="en-US" sz="1800" spc="-1" strike="noStrike">
                <a:latin typeface="Times New Roman"/>
              </a:rPr>
              <a:t>The difficult issue with HTTP caching is how to determine that a previously cached copy of a page is the same as the </a:t>
            </a:r>
            <a:endParaRPr b="0" lang="en-US" sz="1800" spc="-1" strike="noStrike">
              <a:latin typeface="Arial"/>
            </a:endParaRPr>
          </a:p>
          <a:p>
            <a:pPr marL="216000" indent="-215280">
              <a:lnSpc>
                <a:spcPct val="100000"/>
              </a:lnSpc>
            </a:pPr>
            <a:r>
              <a:rPr b="0" lang="en-US" sz="1800" spc="-1" strike="noStrike">
                <a:latin typeface="Times New Roman"/>
              </a:rPr>
              <a:t>HTTP uses two strategies to tackle this problem. They are shown in Fig. 7-40 as forms of processing between the request (step 1) and the response (step 5). The first strategy is page validation (step 2). The cache is consulted, and if it has a copy of a page for the requested URL that is known to be fresh (i.e., still valid), there is no need to fetch it anew from the server. Instead, the cached page can be returned directly. The </a:t>
            </a:r>
            <a:r>
              <a:rPr b="0" i="1" lang="en-US" sz="1800" spc="-1" strike="noStrike">
                <a:latin typeface="Times-Italic"/>
              </a:rPr>
              <a:t>Expires </a:t>
            </a:r>
            <a:r>
              <a:rPr b="0" lang="en-US" sz="1800" spc="-1" strike="noStrike">
                <a:latin typeface="Times New Roman"/>
              </a:rPr>
              <a:t>header returned when the cached page was originally fetched and the current date and time can be used to make this determination.page would be if it was fetched again.</a:t>
            </a:r>
            <a:endParaRPr b="0" lang="en-US" sz="1800" spc="-1" strike="noStrike">
              <a:latin typeface="Arial"/>
            </a:endParaRPr>
          </a:p>
          <a:p>
            <a:pPr marL="216000" indent="-215280">
              <a:lnSpc>
                <a:spcPct val="100000"/>
              </a:lnSpc>
            </a:pPr>
            <a:r>
              <a:rPr b="0" lang="en-US" sz="1800" spc="-1" strike="noStrike">
                <a:latin typeface="Times New Roman"/>
              </a:rPr>
              <a:t>In this case, the browser may use heuristics. For example, if the page has not been modified in the past year (as told by the </a:t>
            </a:r>
            <a:r>
              <a:rPr b="0" i="1" lang="en-US" sz="1800" spc="-1" strike="noStrike">
                <a:latin typeface="Times-Italic"/>
              </a:rPr>
              <a:t>Last-Modified </a:t>
            </a:r>
            <a:r>
              <a:rPr b="0" lang="en-US" sz="1800" spc="-1" strike="noStrike">
                <a:latin typeface="Times New Roman"/>
              </a:rPr>
              <a:t>header) it is a fairly safe bet that it will not change in the next hour.</a:t>
            </a:r>
            <a:endParaRPr b="0" lang="en-US" sz="1800" spc="-1" strike="noStrike">
              <a:latin typeface="Arial"/>
            </a:endParaRPr>
          </a:p>
          <a:p>
            <a:pPr marL="216000" indent="-215280">
              <a:lnSpc>
                <a:spcPct val="100000"/>
              </a:lnSpc>
            </a:pPr>
            <a:r>
              <a:rPr b="0" lang="en-US" sz="1800" spc="-1" strike="noStrike">
                <a:latin typeface="Times New Roman"/>
              </a:rPr>
              <a:t>The second strategy is used in this case. It is to ask the server if the cached copy is still valid. This request is a </a:t>
            </a:r>
            <a:r>
              <a:rPr b="1" lang="en-US" sz="1800" spc="-1" strike="noStrike">
                <a:latin typeface="Times-Bold"/>
              </a:rPr>
              <a:t>conditional GET</a:t>
            </a:r>
            <a:r>
              <a:rPr b="0" lang="en-US" sz="1800" spc="-1" strike="noStrike">
                <a:latin typeface="Times New Roman"/>
              </a:rPr>
              <a:t>, and it is shown in Fig. 7-40 as step 3. If the server knows that the cached copy is still valid, it can send a short reply to say so (step 4a). Otherwise, it must send the full response (step 4b).</a:t>
            </a:r>
            <a:endParaRPr b="0" lang="en-US" sz="1800" spc="-1" strike="noStrike">
              <a:latin typeface="Arial"/>
            </a:endParaRPr>
          </a:p>
        </p:txBody>
      </p:sp>
      <p:sp>
        <p:nvSpPr>
          <p:cNvPr id="365" name="CustomShape 3"/>
          <p:cNvSpPr/>
          <p:nvPr/>
        </p:nvSpPr>
        <p:spPr>
          <a:xfrm>
            <a:off x="4278960" y="10157400"/>
            <a:ext cx="3279600" cy="533160"/>
          </a:xfrm>
          <a:prstGeom prst="rect">
            <a:avLst/>
          </a:prstGeom>
          <a:noFill/>
          <a:ln>
            <a:noFill/>
          </a:ln>
        </p:spPr>
        <p:style>
          <a:lnRef idx="0"/>
          <a:fillRef idx="0"/>
          <a:effectRef idx="0"/>
          <a:fontRef idx="minor"/>
        </p:style>
        <p:txBody>
          <a:bodyPr lIns="0" rIns="0" tIns="0" bIns="0" anchor="b">
            <a:noAutofit/>
          </a:bodyPr>
          <a:p>
            <a:pPr algn="r">
              <a:lnSpc>
                <a:spcPct val="100000"/>
              </a:lnSpc>
            </a:pPr>
            <a:fld id="{20E9DECD-C7DC-4833-9825-6B2F17D4A23B}" type="slidenum">
              <a:rPr b="0" lang="en-US" sz="1400" spc="-1" strike="noStrike">
                <a:solidFill>
                  <a:srgbClr val="000000"/>
                </a:solidFill>
                <a:latin typeface="Times New Roman"/>
                <a:ea typeface="+mn-ea"/>
              </a:rPr>
              <a:t>&lt;number&gt;</a:t>
            </a:fld>
            <a:endParaRPr b="0" lang="en-US" sz="14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5"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7" name="PlaceHolder 2"/>
          <p:cNvSpPr>
            <a:spLocks noGrp="1"/>
          </p:cNvSpPr>
          <p:nvPr>
            <p:ph type="body"/>
          </p:nvPr>
        </p:nvSpPr>
        <p:spPr>
          <a:xfrm>
            <a:off x="609480" y="1604520"/>
            <a:ext cx="1097244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9"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0"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4"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6"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8"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9"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0" name="PlaceHolder 4"/>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22"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3"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4" name="PlaceHolder 4"/>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26" name="PlaceHolder 2"/>
          <p:cNvSpPr>
            <a:spLocks noGrp="1"/>
          </p:cNvSpPr>
          <p:nvPr>
            <p:ph type="body"/>
          </p:nvPr>
        </p:nvSpPr>
        <p:spPr>
          <a:xfrm>
            <a:off x="609480" y="160452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7" name="PlaceHolder 3"/>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29"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0"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1"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2" name="PlaceHolder 5"/>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34" name="PlaceHolder 2"/>
          <p:cNvSpPr>
            <a:spLocks noGrp="1"/>
          </p:cNvSpPr>
          <p:nvPr>
            <p:ph type="body"/>
          </p:nvPr>
        </p:nvSpPr>
        <p:spPr>
          <a:xfrm>
            <a:off x="60948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5" name="PlaceHolder 3"/>
          <p:cNvSpPr>
            <a:spLocks noGrp="1"/>
          </p:cNvSpPr>
          <p:nvPr>
            <p:ph type="body"/>
          </p:nvPr>
        </p:nvSpPr>
        <p:spPr>
          <a:xfrm>
            <a:off x="431964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6" name="PlaceHolder 4"/>
          <p:cNvSpPr>
            <a:spLocks noGrp="1"/>
          </p:cNvSpPr>
          <p:nvPr>
            <p:ph type="body"/>
          </p:nvPr>
        </p:nvSpPr>
        <p:spPr>
          <a:xfrm>
            <a:off x="802980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7" name="PlaceHolder 5"/>
          <p:cNvSpPr>
            <a:spLocks noGrp="1"/>
          </p:cNvSpPr>
          <p:nvPr>
            <p:ph type="body"/>
          </p:nvPr>
        </p:nvSpPr>
        <p:spPr>
          <a:xfrm>
            <a:off x="60948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8" name="PlaceHolder 6"/>
          <p:cNvSpPr>
            <a:spLocks noGrp="1"/>
          </p:cNvSpPr>
          <p:nvPr>
            <p:ph type="body"/>
          </p:nvPr>
        </p:nvSpPr>
        <p:spPr>
          <a:xfrm>
            <a:off x="431964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9" name="PlaceHolder 7"/>
          <p:cNvSpPr>
            <a:spLocks noGrp="1"/>
          </p:cNvSpPr>
          <p:nvPr>
            <p:ph type="body"/>
          </p:nvPr>
        </p:nvSpPr>
        <p:spPr>
          <a:xfrm>
            <a:off x="802980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45"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47" name="PlaceHolder 2"/>
          <p:cNvSpPr>
            <a:spLocks noGrp="1"/>
          </p:cNvSpPr>
          <p:nvPr>
            <p:ph type="body"/>
          </p:nvPr>
        </p:nvSpPr>
        <p:spPr>
          <a:xfrm>
            <a:off x="609480" y="1604520"/>
            <a:ext cx="1097244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49"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50"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54"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55"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56"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58"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59"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60" name="PlaceHolder 4"/>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62"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63"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64" name="PlaceHolder 4"/>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66" name="PlaceHolder 2"/>
          <p:cNvSpPr>
            <a:spLocks noGrp="1"/>
          </p:cNvSpPr>
          <p:nvPr>
            <p:ph type="body"/>
          </p:nvPr>
        </p:nvSpPr>
        <p:spPr>
          <a:xfrm>
            <a:off x="609480" y="160452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67" name="PlaceHolder 3"/>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69"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0"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1"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2" name="PlaceHolder 5"/>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74" name="PlaceHolder 2"/>
          <p:cNvSpPr>
            <a:spLocks noGrp="1"/>
          </p:cNvSpPr>
          <p:nvPr>
            <p:ph type="body"/>
          </p:nvPr>
        </p:nvSpPr>
        <p:spPr>
          <a:xfrm>
            <a:off x="60948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5" name="PlaceHolder 3"/>
          <p:cNvSpPr>
            <a:spLocks noGrp="1"/>
          </p:cNvSpPr>
          <p:nvPr>
            <p:ph type="body"/>
          </p:nvPr>
        </p:nvSpPr>
        <p:spPr>
          <a:xfrm>
            <a:off x="431964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6" name="PlaceHolder 4"/>
          <p:cNvSpPr>
            <a:spLocks noGrp="1"/>
          </p:cNvSpPr>
          <p:nvPr>
            <p:ph type="body"/>
          </p:nvPr>
        </p:nvSpPr>
        <p:spPr>
          <a:xfrm>
            <a:off x="802980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7" name="PlaceHolder 5"/>
          <p:cNvSpPr>
            <a:spLocks noGrp="1"/>
          </p:cNvSpPr>
          <p:nvPr>
            <p:ph type="body"/>
          </p:nvPr>
        </p:nvSpPr>
        <p:spPr>
          <a:xfrm>
            <a:off x="60948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8" name="PlaceHolder 6"/>
          <p:cNvSpPr>
            <a:spLocks noGrp="1"/>
          </p:cNvSpPr>
          <p:nvPr>
            <p:ph type="body"/>
          </p:nvPr>
        </p:nvSpPr>
        <p:spPr>
          <a:xfrm>
            <a:off x="431964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9" name="PlaceHolder 7"/>
          <p:cNvSpPr>
            <a:spLocks noGrp="1"/>
          </p:cNvSpPr>
          <p:nvPr>
            <p:ph type="body"/>
          </p:nvPr>
        </p:nvSpPr>
        <p:spPr>
          <a:xfrm>
            <a:off x="802980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85"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87" name="PlaceHolder 2"/>
          <p:cNvSpPr>
            <a:spLocks noGrp="1"/>
          </p:cNvSpPr>
          <p:nvPr>
            <p:ph type="body"/>
          </p:nvPr>
        </p:nvSpPr>
        <p:spPr>
          <a:xfrm>
            <a:off x="609480" y="1604520"/>
            <a:ext cx="1097244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89"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90"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2"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94"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95"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96"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98"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99"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00" name="PlaceHolder 4"/>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02"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03"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04" name="PlaceHolder 4"/>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06" name="PlaceHolder 2"/>
          <p:cNvSpPr>
            <a:spLocks noGrp="1"/>
          </p:cNvSpPr>
          <p:nvPr>
            <p:ph type="body"/>
          </p:nvPr>
        </p:nvSpPr>
        <p:spPr>
          <a:xfrm>
            <a:off x="609480" y="160452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07" name="PlaceHolder 3"/>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09"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0"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1"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2" name="PlaceHolder 5"/>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14" name="PlaceHolder 2"/>
          <p:cNvSpPr>
            <a:spLocks noGrp="1"/>
          </p:cNvSpPr>
          <p:nvPr>
            <p:ph type="body"/>
          </p:nvPr>
        </p:nvSpPr>
        <p:spPr>
          <a:xfrm>
            <a:off x="60948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5" name="PlaceHolder 3"/>
          <p:cNvSpPr>
            <a:spLocks noGrp="1"/>
          </p:cNvSpPr>
          <p:nvPr>
            <p:ph type="body"/>
          </p:nvPr>
        </p:nvSpPr>
        <p:spPr>
          <a:xfrm>
            <a:off x="431964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6" name="PlaceHolder 4"/>
          <p:cNvSpPr>
            <a:spLocks noGrp="1"/>
          </p:cNvSpPr>
          <p:nvPr>
            <p:ph type="body"/>
          </p:nvPr>
        </p:nvSpPr>
        <p:spPr>
          <a:xfrm>
            <a:off x="802980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7" name="PlaceHolder 5"/>
          <p:cNvSpPr>
            <a:spLocks noGrp="1"/>
          </p:cNvSpPr>
          <p:nvPr>
            <p:ph type="body"/>
          </p:nvPr>
        </p:nvSpPr>
        <p:spPr>
          <a:xfrm>
            <a:off x="60948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8" name="PlaceHolder 6"/>
          <p:cNvSpPr>
            <a:spLocks noGrp="1"/>
          </p:cNvSpPr>
          <p:nvPr>
            <p:ph type="body"/>
          </p:nvPr>
        </p:nvSpPr>
        <p:spPr>
          <a:xfrm>
            <a:off x="431964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9" name="PlaceHolder 7"/>
          <p:cNvSpPr>
            <a:spLocks noGrp="1"/>
          </p:cNvSpPr>
          <p:nvPr>
            <p:ph type="body"/>
          </p:nvPr>
        </p:nvSpPr>
        <p:spPr>
          <a:xfrm>
            <a:off x="802980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24"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26" name="PlaceHolder 2"/>
          <p:cNvSpPr>
            <a:spLocks noGrp="1"/>
          </p:cNvSpPr>
          <p:nvPr>
            <p:ph type="body"/>
          </p:nvPr>
        </p:nvSpPr>
        <p:spPr>
          <a:xfrm>
            <a:off x="609480" y="1604520"/>
            <a:ext cx="1097244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28"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29"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1"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33"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34"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35"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37"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38"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39" name="PlaceHolder 4"/>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41"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42"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43" name="PlaceHolder 4"/>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45" name="PlaceHolder 2"/>
          <p:cNvSpPr>
            <a:spLocks noGrp="1"/>
          </p:cNvSpPr>
          <p:nvPr>
            <p:ph type="body"/>
          </p:nvPr>
        </p:nvSpPr>
        <p:spPr>
          <a:xfrm>
            <a:off x="609480" y="160452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46" name="PlaceHolder 3"/>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48"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49"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0"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1" name="PlaceHolder 5"/>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53" name="PlaceHolder 2"/>
          <p:cNvSpPr>
            <a:spLocks noGrp="1"/>
          </p:cNvSpPr>
          <p:nvPr>
            <p:ph type="body"/>
          </p:nvPr>
        </p:nvSpPr>
        <p:spPr>
          <a:xfrm>
            <a:off x="60948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4" name="PlaceHolder 3"/>
          <p:cNvSpPr>
            <a:spLocks noGrp="1"/>
          </p:cNvSpPr>
          <p:nvPr>
            <p:ph type="body"/>
          </p:nvPr>
        </p:nvSpPr>
        <p:spPr>
          <a:xfrm>
            <a:off x="431964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5" name="PlaceHolder 4"/>
          <p:cNvSpPr>
            <a:spLocks noGrp="1"/>
          </p:cNvSpPr>
          <p:nvPr>
            <p:ph type="body"/>
          </p:nvPr>
        </p:nvSpPr>
        <p:spPr>
          <a:xfrm>
            <a:off x="802980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6" name="PlaceHolder 5"/>
          <p:cNvSpPr>
            <a:spLocks noGrp="1"/>
          </p:cNvSpPr>
          <p:nvPr>
            <p:ph type="body"/>
          </p:nvPr>
        </p:nvSpPr>
        <p:spPr>
          <a:xfrm>
            <a:off x="60948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7" name="PlaceHolder 6"/>
          <p:cNvSpPr>
            <a:spLocks noGrp="1"/>
          </p:cNvSpPr>
          <p:nvPr>
            <p:ph type="body"/>
          </p:nvPr>
        </p:nvSpPr>
        <p:spPr>
          <a:xfrm>
            <a:off x="431964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8" name="PlaceHolder 7"/>
          <p:cNvSpPr>
            <a:spLocks noGrp="1"/>
          </p:cNvSpPr>
          <p:nvPr>
            <p:ph type="body"/>
          </p:nvPr>
        </p:nvSpPr>
        <p:spPr>
          <a:xfrm>
            <a:off x="802980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63"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65" name="PlaceHolder 2"/>
          <p:cNvSpPr>
            <a:spLocks noGrp="1"/>
          </p:cNvSpPr>
          <p:nvPr>
            <p:ph type="body"/>
          </p:nvPr>
        </p:nvSpPr>
        <p:spPr>
          <a:xfrm>
            <a:off x="609480" y="1604520"/>
            <a:ext cx="1097244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6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67"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68"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0"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72"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73"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74"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76"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77"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78" name="PlaceHolder 4"/>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80"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1"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2" name="PlaceHolder 4"/>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84" name="PlaceHolder 2"/>
          <p:cNvSpPr>
            <a:spLocks noGrp="1"/>
          </p:cNvSpPr>
          <p:nvPr>
            <p:ph type="body"/>
          </p:nvPr>
        </p:nvSpPr>
        <p:spPr>
          <a:xfrm>
            <a:off x="609480" y="160452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5" name="PlaceHolder 3"/>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8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87"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8"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9"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0" name="PlaceHolder 5"/>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92" name="PlaceHolder 2"/>
          <p:cNvSpPr>
            <a:spLocks noGrp="1"/>
          </p:cNvSpPr>
          <p:nvPr>
            <p:ph type="body"/>
          </p:nvPr>
        </p:nvSpPr>
        <p:spPr>
          <a:xfrm>
            <a:off x="60948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3" name="PlaceHolder 3"/>
          <p:cNvSpPr>
            <a:spLocks noGrp="1"/>
          </p:cNvSpPr>
          <p:nvPr>
            <p:ph type="body"/>
          </p:nvPr>
        </p:nvSpPr>
        <p:spPr>
          <a:xfrm>
            <a:off x="431964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4" name="PlaceHolder 4"/>
          <p:cNvSpPr>
            <a:spLocks noGrp="1"/>
          </p:cNvSpPr>
          <p:nvPr>
            <p:ph type="body"/>
          </p:nvPr>
        </p:nvSpPr>
        <p:spPr>
          <a:xfrm>
            <a:off x="802980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5" name="PlaceHolder 5"/>
          <p:cNvSpPr>
            <a:spLocks noGrp="1"/>
          </p:cNvSpPr>
          <p:nvPr>
            <p:ph type="body"/>
          </p:nvPr>
        </p:nvSpPr>
        <p:spPr>
          <a:xfrm>
            <a:off x="60948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6" name="PlaceHolder 6"/>
          <p:cNvSpPr>
            <a:spLocks noGrp="1"/>
          </p:cNvSpPr>
          <p:nvPr>
            <p:ph type="body"/>
          </p:nvPr>
        </p:nvSpPr>
        <p:spPr>
          <a:xfrm>
            <a:off x="431964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7" name="PlaceHolder 7"/>
          <p:cNvSpPr>
            <a:spLocks noGrp="1"/>
          </p:cNvSpPr>
          <p:nvPr>
            <p:ph type="body"/>
          </p:nvPr>
        </p:nvSpPr>
        <p:spPr>
          <a:xfrm>
            <a:off x="802980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0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203"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0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205" name="PlaceHolder 2"/>
          <p:cNvSpPr>
            <a:spLocks noGrp="1"/>
          </p:cNvSpPr>
          <p:nvPr>
            <p:ph type="body"/>
          </p:nvPr>
        </p:nvSpPr>
        <p:spPr>
          <a:xfrm>
            <a:off x="609480" y="1604520"/>
            <a:ext cx="1097244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0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207"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208"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10"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1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212"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13"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214"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216"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217"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18" name="PlaceHolder 4"/>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220"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21"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22" name="PlaceHolder 4"/>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2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224" name="PlaceHolder 2"/>
          <p:cNvSpPr>
            <a:spLocks noGrp="1"/>
          </p:cNvSpPr>
          <p:nvPr>
            <p:ph type="body"/>
          </p:nvPr>
        </p:nvSpPr>
        <p:spPr>
          <a:xfrm>
            <a:off x="609480" y="160452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25" name="PlaceHolder 3"/>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2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227"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28"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29"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30" name="PlaceHolder 5"/>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3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232" name="PlaceHolder 2"/>
          <p:cNvSpPr>
            <a:spLocks noGrp="1"/>
          </p:cNvSpPr>
          <p:nvPr>
            <p:ph type="body"/>
          </p:nvPr>
        </p:nvSpPr>
        <p:spPr>
          <a:xfrm>
            <a:off x="60948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33" name="PlaceHolder 3"/>
          <p:cNvSpPr>
            <a:spLocks noGrp="1"/>
          </p:cNvSpPr>
          <p:nvPr>
            <p:ph type="body"/>
          </p:nvPr>
        </p:nvSpPr>
        <p:spPr>
          <a:xfrm>
            <a:off x="431964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34" name="PlaceHolder 4"/>
          <p:cNvSpPr>
            <a:spLocks noGrp="1"/>
          </p:cNvSpPr>
          <p:nvPr>
            <p:ph type="body"/>
          </p:nvPr>
        </p:nvSpPr>
        <p:spPr>
          <a:xfrm>
            <a:off x="802980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35" name="PlaceHolder 5"/>
          <p:cNvSpPr>
            <a:spLocks noGrp="1"/>
          </p:cNvSpPr>
          <p:nvPr>
            <p:ph type="body"/>
          </p:nvPr>
        </p:nvSpPr>
        <p:spPr>
          <a:xfrm>
            <a:off x="60948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36" name="PlaceHolder 6"/>
          <p:cNvSpPr>
            <a:spLocks noGrp="1"/>
          </p:cNvSpPr>
          <p:nvPr>
            <p:ph type="body"/>
          </p:nvPr>
        </p:nvSpPr>
        <p:spPr>
          <a:xfrm>
            <a:off x="431964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37" name="PlaceHolder 7"/>
          <p:cNvSpPr>
            <a:spLocks noGrp="1"/>
          </p:cNvSpPr>
          <p:nvPr>
            <p:ph type="body"/>
          </p:nvPr>
        </p:nvSpPr>
        <p:spPr>
          <a:xfrm>
            <a:off x="802980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wmf"/><Relationship Id="rId3" Type="http://schemas.openxmlformats.org/officeDocument/2006/relationships/image" Target="../media/image2.wmf"/><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wmf"/><Relationship Id="rId3" Type="http://schemas.openxmlformats.org/officeDocument/2006/relationships/image" Target="../media/image4.wmf"/><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slideLayout" Target="../slideLayouts/slideLayout21.xml"/><Relationship Id="rId13" Type="http://schemas.openxmlformats.org/officeDocument/2006/relationships/slideLayout" Target="../slideLayouts/slideLayout22.xml"/><Relationship Id="rId14" Type="http://schemas.openxmlformats.org/officeDocument/2006/relationships/slideLayout" Target="../slideLayouts/slideLayout23.xml"/><Relationship Id="rId15"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5.wmf"/><Relationship Id="rId3" Type="http://schemas.openxmlformats.org/officeDocument/2006/relationships/image" Target="../media/image6.wmf"/><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slideLayout" Target="../slideLayouts/slideLayout34.xml"/><Relationship Id="rId14" Type="http://schemas.openxmlformats.org/officeDocument/2006/relationships/slideLayout" Target="../slideLayouts/slideLayout35.xml"/><Relationship Id="rId15"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7.wmf"/><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slideLayout" Target="../slideLayouts/slideLayout46.xml"/><Relationship Id="rId13" Type="http://schemas.openxmlformats.org/officeDocument/2006/relationships/slideLayout" Target="../slideLayouts/slideLayout47.xml"/><Relationship Id="rId14"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8.wmf"/><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9.wmf"/><Relationship Id="rId3" Type="http://schemas.openxmlformats.org/officeDocument/2006/relationships/slideLayout" Target="../slideLayouts/slideLayout61.xml"/><Relationship Id="rId4" Type="http://schemas.openxmlformats.org/officeDocument/2006/relationships/slideLayout" Target="../slideLayouts/slideLayout62.xml"/><Relationship Id="rId5" Type="http://schemas.openxmlformats.org/officeDocument/2006/relationships/slideLayout" Target="../slideLayouts/slideLayout63.xml"/><Relationship Id="rId6" Type="http://schemas.openxmlformats.org/officeDocument/2006/relationships/slideLayout" Target="../slideLayouts/slideLayout64.xml"/><Relationship Id="rId7" Type="http://schemas.openxmlformats.org/officeDocument/2006/relationships/slideLayout" Target="../slideLayouts/slideLayout65.xml"/><Relationship Id="rId8" Type="http://schemas.openxmlformats.org/officeDocument/2006/relationships/slideLayout" Target="../slideLayouts/slideLayout66.xml"/><Relationship Id="rId9" Type="http://schemas.openxmlformats.org/officeDocument/2006/relationships/slideLayout" Target="../slideLayouts/slideLayout67.xml"/><Relationship Id="rId10" Type="http://schemas.openxmlformats.org/officeDocument/2006/relationships/slideLayout" Target="../slideLayouts/slideLayout68.xml"/><Relationship Id="rId11" Type="http://schemas.openxmlformats.org/officeDocument/2006/relationships/slideLayout" Target="../slideLayouts/slideLayout69.xml"/><Relationship Id="rId12" Type="http://schemas.openxmlformats.org/officeDocument/2006/relationships/slideLayout" Target="../slideLayouts/slideLayout70.xml"/><Relationship Id="rId13" Type="http://schemas.openxmlformats.org/officeDocument/2006/relationships/slideLayout" Target="../slideLayouts/slideLayout71.xml"/><Relationship Id="rId14" Type="http://schemas.openxmlformats.org/officeDocument/2006/relationships/slideLayout" Target="../slideLayouts/slideLayout7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0" name="Picture 8" descr=""/>
          <p:cNvPicPr/>
          <p:nvPr/>
        </p:nvPicPr>
        <p:blipFill>
          <a:blip r:embed="rId2"/>
          <a:stretch/>
        </p:blipFill>
        <p:spPr>
          <a:xfrm>
            <a:off x="9959040" y="5906880"/>
            <a:ext cx="1542240" cy="260640"/>
          </a:xfrm>
          <a:prstGeom prst="rect">
            <a:avLst/>
          </a:prstGeom>
          <a:ln>
            <a:noFill/>
          </a:ln>
        </p:spPr>
      </p:pic>
      <p:pic>
        <p:nvPicPr>
          <p:cNvPr id="1" name="Picture 7" descr=""/>
          <p:cNvPicPr/>
          <p:nvPr/>
        </p:nvPicPr>
        <p:blipFill>
          <a:blip r:embed="rId3"/>
          <a:stretch/>
        </p:blipFill>
        <p:spPr>
          <a:xfrm>
            <a:off x="9959040" y="5906880"/>
            <a:ext cx="1542240" cy="260640"/>
          </a:xfrm>
          <a:prstGeom prst="rect">
            <a:avLst/>
          </a:prstGeom>
          <a:ln>
            <a:noFill/>
          </a:ln>
        </p:spPr>
      </p:pic>
      <p:sp>
        <p:nvSpPr>
          <p:cNvPr id="2" name="PlaceHolder 1"/>
          <p:cNvSpPr>
            <a:spLocks noGrp="1"/>
          </p:cNvSpPr>
          <p:nvPr>
            <p:ph type="title"/>
          </p:nvPr>
        </p:nvSpPr>
        <p:spPr>
          <a:xfrm>
            <a:off x="609480" y="273600"/>
            <a:ext cx="10972440" cy="1144800"/>
          </a:xfrm>
          <a:prstGeom prst="rect">
            <a:avLst/>
          </a:prstGeom>
        </p:spPr>
        <p:txBody>
          <a:bodyPr lIns="0" rIns="0" tIns="0" bIns="0" anchor="ctr">
            <a:noAutofit/>
          </a:bodyPr>
          <a:p>
            <a:r>
              <a:rPr b="0" lang="uk-UA" sz="1800" spc="-1" strike="noStrike">
                <a:solidFill>
                  <a:srgbClr val="000000"/>
                </a:solidFill>
                <a:latin typeface="Arial"/>
              </a:rPr>
              <a:t>Click to edit the title text format</a:t>
            </a:r>
            <a:endParaRPr b="0" lang="uk-UA" sz="1800" spc="-1" strike="noStrike">
              <a:solidFill>
                <a:srgbClr val="000000"/>
              </a:solidFill>
              <a:latin typeface="Arial"/>
            </a:endParaRPr>
          </a:p>
        </p:txBody>
      </p:sp>
      <p:sp>
        <p:nvSpPr>
          <p:cNvPr id="3"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uk-UA" sz="2800" spc="-1" strike="noStrike">
                <a:solidFill>
                  <a:srgbClr val="000000"/>
                </a:solidFill>
                <a:latin typeface="Arial"/>
              </a:rPr>
              <a:t>Click to edit the outline text format</a:t>
            </a:r>
            <a:endParaRPr b="0" lang="uk-UA"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uk-UA" sz="2000" spc="-1" strike="noStrike">
                <a:solidFill>
                  <a:srgbClr val="000000"/>
                </a:solidFill>
                <a:latin typeface="Arial"/>
              </a:rPr>
              <a:t>Second Outline Level</a:t>
            </a:r>
            <a:endParaRPr b="0" lang="uk-UA"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uk-UA" sz="1800" spc="-1" strike="noStrike">
                <a:solidFill>
                  <a:srgbClr val="000000"/>
                </a:solidFill>
                <a:latin typeface="Arial"/>
              </a:rPr>
              <a:t>Third Outline Level</a:t>
            </a:r>
            <a:endParaRPr b="0" lang="uk-UA"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uk-UA" sz="1800" spc="-1" strike="noStrike">
                <a:solidFill>
                  <a:srgbClr val="000000"/>
                </a:solidFill>
                <a:latin typeface="Arial"/>
              </a:rPr>
              <a:t>Fourth Outline Level</a:t>
            </a:r>
            <a:endParaRPr b="0" lang="uk-UA"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uk-UA" sz="2000" spc="-1" strike="noStrike">
                <a:solidFill>
                  <a:srgbClr val="000000"/>
                </a:solidFill>
                <a:latin typeface="Arial"/>
              </a:rPr>
              <a:t>Fifth Outline Level</a:t>
            </a:r>
            <a:endParaRPr b="0" lang="uk-UA"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uk-UA" sz="2000" spc="-1" strike="noStrike">
                <a:solidFill>
                  <a:srgbClr val="000000"/>
                </a:solidFill>
                <a:latin typeface="Arial"/>
              </a:rPr>
              <a:t>Sixth Outline Level</a:t>
            </a:r>
            <a:endParaRPr b="0" lang="uk-UA"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uk-UA" sz="2000" spc="-1" strike="noStrike">
                <a:solidFill>
                  <a:srgbClr val="000000"/>
                </a:solidFill>
                <a:latin typeface="Arial"/>
              </a:rPr>
              <a:t>Seventh Outline Level</a:t>
            </a:r>
            <a:endParaRPr b="0" lang="uk-U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40" name="Picture 8" descr=""/>
          <p:cNvPicPr/>
          <p:nvPr/>
        </p:nvPicPr>
        <p:blipFill>
          <a:blip r:embed="rId2"/>
          <a:stretch/>
        </p:blipFill>
        <p:spPr>
          <a:xfrm>
            <a:off x="9959040" y="5906880"/>
            <a:ext cx="1542240" cy="260640"/>
          </a:xfrm>
          <a:prstGeom prst="rect">
            <a:avLst/>
          </a:prstGeom>
          <a:ln>
            <a:noFill/>
          </a:ln>
        </p:spPr>
      </p:pic>
      <p:pic>
        <p:nvPicPr>
          <p:cNvPr id="41" name="Picture 7" descr=""/>
          <p:cNvPicPr/>
          <p:nvPr/>
        </p:nvPicPr>
        <p:blipFill>
          <a:blip r:embed="rId3"/>
          <a:stretch/>
        </p:blipFill>
        <p:spPr>
          <a:xfrm>
            <a:off x="9959040" y="5906880"/>
            <a:ext cx="1542240" cy="260640"/>
          </a:xfrm>
          <a:prstGeom prst="rect">
            <a:avLst/>
          </a:prstGeom>
          <a:ln>
            <a:noFill/>
          </a:ln>
        </p:spPr>
      </p:pic>
      <p:sp>
        <p:nvSpPr>
          <p:cNvPr id="42" name="PlaceHolder 1"/>
          <p:cNvSpPr>
            <a:spLocks noGrp="1"/>
          </p:cNvSpPr>
          <p:nvPr>
            <p:ph type="title"/>
          </p:nvPr>
        </p:nvSpPr>
        <p:spPr>
          <a:xfrm>
            <a:off x="609480" y="273600"/>
            <a:ext cx="10972440" cy="1144800"/>
          </a:xfrm>
          <a:prstGeom prst="rect">
            <a:avLst/>
          </a:prstGeom>
        </p:spPr>
        <p:txBody>
          <a:bodyPr lIns="0" rIns="0" tIns="0" bIns="0" anchor="ctr">
            <a:noAutofit/>
          </a:bodyPr>
          <a:p>
            <a:r>
              <a:rPr b="0" lang="uk-UA" sz="1800" spc="-1" strike="noStrike">
                <a:solidFill>
                  <a:srgbClr val="000000"/>
                </a:solidFill>
                <a:latin typeface="Arial"/>
              </a:rPr>
              <a:t>Click to edit the title text format</a:t>
            </a:r>
            <a:endParaRPr b="0" lang="uk-UA" sz="1800" spc="-1" strike="noStrike">
              <a:solidFill>
                <a:srgbClr val="000000"/>
              </a:solidFill>
              <a:latin typeface="Arial"/>
            </a:endParaRPr>
          </a:p>
        </p:txBody>
      </p:sp>
      <p:sp>
        <p:nvSpPr>
          <p:cNvPr id="43"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uk-UA" sz="2800" spc="-1" strike="noStrike">
                <a:solidFill>
                  <a:srgbClr val="000000"/>
                </a:solidFill>
                <a:latin typeface="Arial"/>
              </a:rPr>
              <a:t>Click to edit the outline text format</a:t>
            </a:r>
            <a:endParaRPr b="0" lang="uk-UA"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uk-UA" sz="2000" spc="-1" strike="noStrike">
                <a:solidFill>
                  <a:srgbClr val="000000"/>
                </a:solidFill>
                <a:latin typeface="Arial"/>
              </a:rPr>
              <a:t>Second Outline Level</a:t>
            </a:r>
            <a:endParaRPr b="0" lang="uk-UA"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uk-UA" sz="1800" spc="-1" strike="noStrike">
                <a:solidFill>
                  <a:srgbClr val="000000"/>
                </a:solidFill>
                <a:latin typeface="Arial"/>
              </a:rPr>
              <a:t>Third Outline Level</a:t>
            </a:r>
            <a:endParaRPr b="0" lang="uk-UA"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uk-UA" sz="1800" spc="-1" strike="noStrike">
                <a:solidFill>
                  <a:srgbClr val="000000"/>
                </a:solidFill>
                <a:latin typeface="Arial"/>
              </a:rPr>
              <a:t>Fourth Outline Level</a:t>
            </a:r>
            <a:endParaRPr b="0" lang="uk-UA"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uk-UA" sz="2000" spc="-1" strike="noStrike">
                <a:solidFill>
                  <a:srgbClr val="000000"/>
                </a:solidFill>
                <a:latin typeface="Arial"/>
              </a:rPr>
              <a:t>Fifth Outline Level</a:t>
            </a:r>
            <a:endParaRPr b="0" lang="uk-UA"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uk-UA" sz="2000" spc="-1" strike="noStrike">
                <a:solidFill>
                  <a:srgbClr val="000000"/>
                </a:solidFill>
                <a:latin typeface="Arial"/>
              </a:rPr>
              <a:t>Sixth Outline Level</a:t>
            </a:r>
            <a:endParaRPr b="0" lang="uk-UA"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uk-UA" sz="2000" spc="-1" strike="noStrike">
                <a:solidFill>
                  <a:srgbClr val="000000"/>
                </a:solidFill>
                <a:latin typeface="Arial"/>
              </a:rPr>
              <a:t>Seventh Outline Level</a:t>
            </a:r>
            <a:endParaRPr b="0" lang="uk-U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80" name="Picture 8" descr=""/>
          <p:cNvPicPr/>
          <p:nvPr/>
        </p:nvPicPr>
        <p:blipFill>
          <a:blip r:embed="rId2"/>
          <a:stretch/>
        </p:blipFill>
        <p:spPr>
          <a:xfrm>
            <a:off x="9959040" y="5906880"/>
            <a:ext cx="1542240" cy="260640"/>
          </a:xfrm>
          <a:prstGeom prst="rect">
            <a:avLst/>
          </a:prstGeom>
          <a:ln>
            <a:noFill/>
          </a:ln>
        </p:spPr>
      </p:pic>
      <p:pic>
        <p:nvPicPr>
          <p:cNvPr id="81" name="Picture 7" descr=""/>
          <p:cNvPicPr/>
          <p:nvPr/>
        </p:nvPicPr>
        <p:blipFill>
          <a:blip r:embed="rId3"/>
          <a:stretch/>
        </p:blipFill>
        <p:spPr>
          <a:xfrm>
            <a:off x="9959040" y="5906880"/>
            <a:ext cx="1542240" cy="260640"/>
          </a:xfrm>
          <a:prstGeom prst="rect">
            <a:avLst/>
          </a:prstGeom>
          <a:ln>
            <a:noFill/>
          </a:ln>
        </p:spPr>
      </p:pic>
      <p:sp>
        <p:nvSpPr>
          <p:cNvPr id="82" name="PlaceHolder 1"/>
          <p:cNvSpPr>
            <a:spLocks noGrp="1"/>
          </p:cNvSpPr>
          <p:nvPr>
            <p:ph type="title"/>
          </p:nvPr>
        </p:nvSpPr>
        <p:spPr>
          <a:xfrm>
            <a:off x="609480" y="273600"/>
            <a:ext cx="10972080" cy="1144440"/>
          </a:xfrm>
          <a:prstGeom prst="rect">
            <a:avLst/>
          </a:prstGeom>
        </p:spPr>
        <p:txBody>
          <a:bodyPr lIns="0" rIns="0" tIns="0" bIns="0" anchor="ctr">
            <a:noAutofit/>
          </a:bodyPr>
          <a:p>
            <a:pPr algn="ctr"/>
            <a:r>
              <a:rPr b="0" lang="uk-UA" sz="4400" spc="-1" strike="noStrike">
                <a:solidFill>
                  <a:srgbClr val="000000"/>
                </a:solidFill>
                <a:latin typeface="Arial"/>
              </a:rPr>
              <a:t>Click to edit the title text format</a:t>
            </a:r>
            <a:endParaRPr b="0" lang="uk-UA" sz="4400" spc="-1" strike="noStrike">
              <a:solidFill>
                <a:srgbClr val="000000"/>
              </a:solidFill>
              <a:latin typeface="Arial"/>
            </a:endParaRPr>
          </a:p>
        </p:txBody>
      </p:sp>
      <p:sp>
        <p:nvSpPr>
          <p:cNvPr id="83"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uk-UA" sz="2800" spc="-1" strike="noStrike">
                <a:solidFill>
                  <a:srgbClr val="000000"/>
                </a:solidFill>
                <a:latin typeface="Arial"/>
              </a:rPr>
              <a:t>Click to edit the outline text format</a:t>
            </a:r>
            <a:endParaRPr b="0" lang="uk-UA"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uk-UA" sz="2000" spc="-1" strike="noStrike">
                <a:solidFill>
                  <a:srgbClr val="000000"/>
                </a:solidFill>
                <a:latin typeface="Arial"/>
              </a:rPr>
              <a:t>Second Outline Level</a:t>
            </a:r>
            <a:endParaRPr b="0" lang="uk-UA"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uk-UA" sz="1800" spc="-1" strike="noStrike">
                <a:solidFill>
                  <a:srgbClr val="000000"/>
                </a:solidFill>
                <a:latin typeface="Arial"/>
              </a:rPr>
              <a:t>Third Outline Level</a:t>
            </a:r>
            <a:endParaRPr b="0" lang="uk-UA"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uk-UA" sz="1800" spc="-1" strike="noStrike">
                <a:solidFill>
                  <a:srgbClr val="000000"/>
                </a:solidFill>
                <a:latin typeface="Arial"/>
              </a:rPr>
              <a:t>Fourth Outline Level</a:t>
            </a:r>
            <a:endParaRPr b="0" lang="uk-UA"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uk-UA" sz="2000" spc="-1" strike="noStrike">
                <a:solidFill>
                  <a:srgbClr val="000000"/>
                </a:solidFill>
                <a:latin typeface="Arial"/>
              </a:rPr>
              <a:t>Fifth Outline Level</a:t>
            </a:r>
            <a:endParaRPr b="0" lang="uk-UA"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uk-UA" sz="2000" spc="-1" strike="noStrike">
                <a:solidFill>
                  <a:srgbClr val="000000"/>
                </a:solidFill>
                <a:latin typeface="Arial"/>
              </a:rPr>
              <a:t>Sixth Outline Level</a:t>
            </a:r>
            <a:endParaRPr b="0" lang="uk-UA"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uk-UA" sz="2000" spc="-1" strike="noStrike">
                <a:solidFill>
                  <a:srgbClr val="000000"/>
                </a:solidFill>
                <a:latin typeface="Arial"/>
              </a:rPr>
              <a:t>Seventh Outline Level</a:t>
            </a:r>
            <a:endParaRPr b="0" lang="uk-U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120" name="Picture 8" descr=""/>
          <p:cNvPicPr/>
          <p:nvPr/>
        </p:nvPicPr>
        <p:blipFill>
          <a:blip r:embed="rId2"/>
          <a:stretch/>
        </p:blipFill>
        <p:spPr>
          <a:xfrm>
            <a:off x="9959040" y="5906880"/>
            <a:ext cx="1542240" cy="260640"/>
          </a:xfrm>
          <a:prstGeom prst="rect">
            <a:avLst/>
          </a:prstGeom>
          <a:ln>
            <a:noFill/>
          </a:ln>
        </p:spPr>
      </p:pic>
      <p:sp>
        <p:nvSpPr>
          <p:cNvPr id="121" name="PlaceHolder 1"/>
          <p:cNvSpPr>
            <a:spLocks noGrp="1"/>
          </p:cNvSpPr>
          <p:nvPr>
            <p:ph type="title"/>
          </p:nvPr>
        </p:nvSpPr>
        <p:spPr>
          <a:xfrm>
            <a:off x="609480" y="273600"/>
            <a:ext cx="10972440" cy="1144800"/>
          </a:xfrm>
          <a:prstGeom prst="rect">
            <a:avLst/>
          </a:prstGeom>
        </p:spPr>
        <p:txBody>
          <a:bodyPr lIns="0" rIns="0" tIns="0" bIns="0" anchor="ctr">
            <a:noAutofit/>
          </a:bodyPr>
          <a:p>
            <a:r>
              <a:rPr b="0" lang="uk-UA" sz="1800" spc="-1" strike="noStrike">
                <a:solidFill>
                  <a:srgbClr val="000000"/>
                </a:solidFill>
                <a:latin typeface="Arial"/>
              </a:rPr>
              <a:t>Click to edit the title text format</a:t>
            </a:r>
            <a:endParaRPr b="0" lang="uk-UA" sz="1800" spc="-1" strike="noStrike">
              <a:solidFill>
                <a:srgbClr val="000000"/>
              </a:solidFill>
              <a:latin typeface="Arial"/>
            </a:endParaRPr>
          </a:p>
        </p:txBody>
      </p:sp>
      <p:sp>
        <p:nvSpPr>
          <p:cNvPr id="122"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uk-UA" sz="2800" spc="-1" strike="noStrike">
                <a:solidFill>
                  <a:srgbClr val="000000"/>
                </a:solidFill>
                <a:latin typeface="Arial"/>
              </a:rPr>
              <a:t>Click to edit the outline text format</a:t>
            </a:r>
            <a:endParaRPr b="0" lang="uk-UA"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uk-UA" sz="2000" spc="-1" strike="noStrike">
                <a:solidFill>
                  <a:srgbClr val="000000"/>
                </a:solidFill>
                <a:latin typeface="Arial"/>
              </a:rPr>
              <a:t>Second Outline Level</a:t>
            </a:r>
            <a:endParaRPr b="0" lang="uk-UA"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uk-UA" sz="1800" spc="-1" strike="noStrike">
                <a:solidFill>
                  <a:srgbClr val="000000"/>
                </a:solidFill>
                <a:latin typeface="Arial"/>
              </a:rPr>
              <a:t>Third Outline Level</a:t>
            </a:r>
            <a:endParaRPr b="0" lang="uk-UA"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uk-UA" sz="1800" spc="-1" strike="noStrike">
                <a:solidFill>
                  <a:srgbClr val="000000"/>
                </a:solidFill>
                <a:latin typeface="Arial"/>
              </a:rPr>
              <a:t>Fourth Outline Level</a:t>
            </a:r>
            <a:endParaRPr b="0" lang="uk-UA"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uk-UA" sz="2000" spc="-1" strike="noStrike">
                <a:solidFill>
                  <a:srgbClr val="000000"/>
                </a:solidFill>
                <a:latin typeface="Arial"/>
              </a:rPr>
              <a:t>Fifth Outline Level</a:t>
            </a:r>
            <a:endParaRPr b="0" lang="uk-UA"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uk-UA" sz="2000" spc="-1" strike="noStrike">
                <a:solidFill>
                  <a:srgbClr val="000000"/>
                </a:solidFill>
                <a:latin typeface="Arial"/>
              </a:rPr>
              <a:t>Sixth Outline Level</a:t>
            </a:r>
            <a:endParaRPr b="0" lang="uk-UA"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uk-UA" sz="2000" spc="-1" strike="noStrike">
                <a:solidFill>
                  <a:srgbClr val="000000"/>
                </a:solidFill>
                <a:latin typeface="Arial"/>
              </a:rPr>
              <a:t>Seventh Outline Level</a:t>
            </a:r>
            <a:endParaRPr b="0" lang="uk-U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159" name="Picture 8" descr=""/>
          <p:cNvPicPr/>
          <p:nvPr/>
        </p:nvPicPr>
        <p:blipFill>
          <a:blip r:embed="rId2"/>
          <a:stretch/>
        </p:blipFill>
        <p:spPr>
          <a:xfrm>
            <a:off x="9959040" y="5906880"/>
            <a:ext cx="1542240" cy="260640"/>
          </a:xfrm>
          <a:prstGeom prst="rect">
            <a:avLst/>
          </a:prstGeom>
          <a:ln>
            <a:noFill/>
          </a:ln>
        </p:spPr>
      </p:pic>
      <p:sp>
        <p:nvSpPr>
          <p:cNvPr id="160" name="PlaceHolder 1"/>
          <p:cNvSpPr>
            <a:spLocks noGrp="1"/>
          </p:cNvSpPr>
          <p:nvPr>
            <p:ph type="title"/>
          </p:nvPr>
        </p:nvSpPr>
        <p:spPr>
          <a:xfrm>
            <a:off x="609480" y="273600"/>
            <a:ext cx="10972440" cy="1144800"/>
          </a:xfrm>
          <a:prstGeom prst="rect">
            <a:avLst/>
          </a:prstGeom>
        </p:spPr>
        <p:txBody>
          <a:bodyPr lIns="0" rIns="0" tIns="0" bIns="0" anchor="ctr">
            <a:noAutofit/>
          </a:bodyPr>
          <a:p>
            <a:r>
              <a:rPr b="0" lang="uk-UA" sz="1800" spc="-1" strike="noStrike">
                <a:solidFill>
                  <a:srgbClr val="000000"/>
                </a:solidFill>
                <a:latin typeface="Arial"/>
              </a:rPr>
              <a:t>Click to edit the title text format</a:t>
            </a:r>
            <a:endParaRPr b="0" lang="uk-UA" sz="1800" spc="-1" strike="noStrike">
              <a:solidFill>
                <a:srgbClr val="000000"/>
              </a:solidFill>
              <a:latin typeface="Arial"/>
            </a:endParaRPr>
          </a:p>
        </p:txBody>
      </p:sp>
      <p:sp>
        <p:nvSpPr>
          <p:cNvPr id="161"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uk-UA" sz="2800" spc="-1" strike="noStrike">
                <a:solidFill>
                  <a:srgbClr val="000000"/>
                </a:solidFill>
                <a:latin typeface="Arial"/>
              </a:rPr>
              <a:t>Click to edit the outline text format</a:t>
            </a:r>
            <a:endParaRPr b="0" lang="uk-UA"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uk-UA" sz="2000" spc="-1" strike="noStrike">
                <a:solidFill>
                  <a:srgbClr val="000000"/>
                </a:solidFill>
                <a:latin typeface="Arial"/>
              </a:rPr>
              <a:t>Second Outline Level</a:t>
            </a:r>
            <a:endParaRPr b="0" lang="uk-UA"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uk-UA" sz="1800" spc="-1" strike="noStrike">
                <a:solidFill>
                  <a:srgbClr val="000000"/>
                </a:solidFill>
                <a:latin typeface="Arial"/>
              </a:rPr>
              <a:t>Third Outline Level</a:t>
            </a:r>
            <a:endParaRPr b="0" lang="uk-UA"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uk-UA" sz="1800" spc="-1" strike="noStrike">
                <a:solidFill>
                  <a:srgbClr val="000000"/>
                </a:solidFill>
                <a:latin typeface="Arial"/>
              </a:rPr>
              <a:t>Fourth Outline Level</a:t>
            </a:r>
            <a:endParaRPr b="0" lang="uk-UA"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uk-UA" sz="2000" spc="-1" strike="noStrike">
                <a:solidFill>
                  <a:srgbClr val="000000"/>
                </a:solidFill>
                <a:latin typeface="Arial"/>
              </a:rPr>
              <a:t>Fifth Outline Level</a:t>
            </a:r>
            <a:endParaRPr b="0" lang="uk-UA"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uk-UA" sz="2000" spc="-1" strike="noStrike">
                <a:solidFill>
                  <a:srgbClr val="000000"/>
                </a:solidFill>
                <a:latin typeface="Arial"/>
              </a:rPr>
              <a:t>Sixth Outline Level</a:t>
            </a:r>
            <a:endParaRPr b="0" lang="uk-UA"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uk-UA" sz="2000" spc="-1" strike="noStrike">
                <a:solidFill>
                  <a:srgbClr val="000000"/>
                </a:solidFill>
                <a:latin typeface="Arial"/>
              </a:rPr>
              <a:t>Seventh Outline Level</a:t>
            </a:r>
            <a:endParaRPr b="0" lang="uk-U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98" name="Picture 8" descr=""/>
          <p:cNvPicPr/>
          <p:nvPr/>
        </p:nvPicPr>
        <p:blipFill>
          <a:blip r:embed="rId2"/>
          <a:stretch/>
        </p:blipFill>
        <p:spPr>
          <a:xfrm>
            <a:off x="9959040" y="5906880"/>
            <a:ext cx="1542240" cy="260640"/>
          </a:xfrm>
          <a:prstGeom prst="rect">
            <a:avLst/>
          </a:prstGeom>
          <a:ln>
            <a:noFill/>
          </a:ln>
        </p:spPr>
      </p:pic>
      <p:sp>
        <p:nvSpPr>
          <p:cNvPr id="199" name="CustomShape 1"/>
          <p:cNvSpPr/>
          <p:nvPr/>
        </p:nvSpPr>
        <p:spPr>
          <a:xfrm>
            <a:off x="9487080" y="236880"/>
            <a:ext cx="2116800" cy="257040"/>
          </a:xfrm>
          <a:prstGeom prst="rect">
            <a:avLst/>
          </a:prstGeom>
          <a:noFill/>
          <a:ln>
            <a:noFill/>
          </a:ln>
        </p:spPr>
        <p:style>
          <a:lnRef idx="0"/>
          <a:fillRef idx="0"/>
          <a:effectRef idx="0"/>
          <a:fontRef idx="minor"/>
        </p:style>
        <p:txBody>
          <a:bodyPr lIns="90000" rIns="90000" tIns="45000" bIns="45000">
            <a:spAutoFit/>
          </a:bodyPr>
          <a:p>
            <a:pPr algn="r">
              <a:lnSpc>
                <a:spcPct val="100000"/>
              </a:lnSpc>
            </a:pPr>
            <a:r>
              <a:rPr b="0" lang="en-US" sz="1100" spc="-1" strike="noStrike">
                <a:solidFill>
                  <a:srgbClr val="000000"/>
                </a:solidFill>
                <a:latin typeface="Open Sans Regular"/>
                <a:ea typeface="Open Sans Regular"/>
              </a:rPr>
              <a:t>SoftServe Confidential</a:t>
            </a:r>
            <a:endParaRPr b="0" lang="en-US" sz="1100" spc="-1" strike="noStrike">
              <a:latin typeface="Arial"/>
            </a:endParaRPr>
          </a:p>
        </p:txBody>
      </p:sp>
      <p:sp>
        <p:nvSpPr>
          <p:cNvPr id="200" name="PlaceHolder 2"/>
          <p:cNvSpPr>
            <a:spLocks noGrp="1"/>
          </p:cNvSpPr>
          <p:nvPr>
            <p:ph type="title"/>
          </p:nvPr>
        </p:nvSpPr>
        <p:spPr>
          <a:xfrm>
            <a:off x="609480" y="273600"/>
            <a:ext cx="10972440" cy="1144800"/>
          </a:xfrm>
          <a:prstGeom prst="rect">
            <a:avLst/>
          </a:prstGeom>
        </p:spPr>
        <p:txBody>
          <a:bodyPr lIns="0" rIns="0" tIns="0" bIns="0" anchor="ctr">
            <a:noAutofit/>
          </a:bodyPr>
          <a:p>
            <a:r>
              <a:rPr b="0" lang="uk-UA" sz="1800" spc="-1" strike="noStrike">
                <a:solidFill>
                  <a:srgbClr val="000000"/>
                </a:solidFill>
                <a:latin typeface="Arial"/>
              </a:rPr>
              <a:t>Click to edit the title text format</a:t>
            </a:r>
            <a:endParaRPr b="0" lang="uk-UA" sz="1800" spc="-1" strike="noStrike">
              <a:solidFill>
                <a:srgbClr val="000000"/>
              </a:solidFill>
              <a:latin typeface="Arial"/>
            </a:endParaRPr>
          </a:p>
        </p:txBody>
      </p:sp>
      <p:sp>
        <p:nvSpPr>
          <p:cNvPr id="201" name="PlaceHolder 3"/>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ffffff"/>
              </a:buClr>
              <a:buSzPct val="45000"/>
              <a:buFont typeface="Wingdings" charset="2"/>
              <a:buChar char=""/>
            </a:pPr>
            <a:r>
              <a:rPr b="0" lang="uk-UA" sz="2800" spc="-1" strike="noStrike">
                <a:solidFill>
                  <a:srgbClr val="000000"/>
                </a:solidFill>
                <a:latin typeface="Arial"/>
              </a:rPr>
              <a:t>Click to edit the outline text format</a:t>
            </a:r>
            <a:endParaRPr b="0" lang="uk-UA" sz="2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uk-UA" sz="2000" spc="-1" strike="noStrike">
                <a:solidFill>
                  <a:srgbClr val="000000"/>
                </a:solidFill>
                <a:latin typeface="Arial"/>
              </a:rPr>
              <a:t>Second Outline Level</a:t>
            </a:r>
            <a:endParaRPr b="0" lang="uk-UA" sz="2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uk-UA" sz="1800" spc="-1" strike="noStrike">
                <a:solidFill>
                  <a:srgbClr val="000000"/>
                </a:solidFill>
                <a:latin typeface="Arial"/>
              </a:rPr>
              <a:t>Third Outline Level</a:t>
            </a:r>
            <a:endParaRPr b="0" lang="uk-UA"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uk-UA" sz="1800" spc="-1" strike="noStrike">
                <a:solidFill>
                  <a:srgbClr val="000000"/>
                </a:solidFill>
                <a:latin typeface="Arial"/>
              </a:rPr>
              <a:t>Fourth Outline Level</a:t>
            </a:r>
            <a:endParaRPr b="0" lang="uk-UA"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uk-UA" sz="2000" spc="-1" strike="noStrike">
                <a:solidFill>
                  <a:srgbClr val="000000"/>
                </a:solidFill>
                <a:latin typeface="Arial"/>
              </a:rPr>
              <a:t>Fifth Outline Level</a:t>
            </a:r>
            <a:endParaRPr b="0" lang="uk-UA"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uk-UA" sz="2000" spc="-1" strike="noStrike">
                <a:solidFill>
                  <a:srgbClr val="000000"/>
                </a:solidFill>
                <a:latin typeface="Arial"/>
              </a:rPr>
              <a:t>Sixth Outline Level</a:t>
            </a:r>
            <a:endParaRPr b="0" lang="uk-UA"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uk-UA" sz="2000" spc="-1" strike="noStrike">
                <a:solidFill>
                  <a:srgbClr val="000000"/>
                </a:solidFill>
                <a:latin typeface="Arial"/>
              </a:rPr>
              <a:t>Seventh Outline Level</a:t>
            </a:r>
            <a:endParaRPr b="0" lang="uk-U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slideLayout" Target="../slideLayouts/slideLayout1.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37.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slideLayout" Target="../slideLayouts/slideLayout37.xml"/>
</Relationships>
</file>

<file path=ppt/slides/_rels/slide14.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slideLayout" Target="../slideLayouts/slideLayout37.xml"/><Relationship Id="rId5"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slideLayout" Target="../slideLayouts/slideLayout37.xml"/>
</Relationships>
</file>

<file path=ppt/slides/_rels/slide17.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9.png"/><Relationship Id="rId3" Type="http://schemas.openxmlformats.org/officeDocument/2006/relationships/slideLayout" Target="../slideLayouts/slideLayout37.xml"/>
</Relationships>
</file>

<file path=ppt/slides/_rels/slide18.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41.png"/><Relationship Id="rId3" Type="http://schemas.openxmlformats.org/officeDocument/2006/relationships/slideLayout" Target="../slideLayouts/slideLayout37.xml"/>
</Relationships>
</file>

<file path=ppt/slides/_rels/slide19.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37.xml"/>
</Relationships>
</file>

<file path=ppt/slides/_rels/slide20.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44.png"/><Relationship Id="rId3" Type="http://schemas.openxmlformats.org/officeDocument/2006/relationships/slideLayout" Target="../slideLayouts/slideLayout49.xml"/><Relationship Id="rId4"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22.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slideLayout" Target="../slideLayouts/slideLayout6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CustomShape 1"/>
          <p:cNvSpPr/>
          <p:nvPr/>
        </p:nvSpPr>
        <p:spPr>
          <a:xfrm>
            <a:off x="685800" y="5915160"/>
            <a:ext cx="3462480" cy="290520"/>
          </a:xfrm>
          <a:prstGeom prst="rect">
            <a:avLst/>
          </a:prstGeom>
          <a:noFill/>
          <a:ln>
            <a:noFill/>
          </a:ln>
        </p:spPr>
        <p:style>
          <a:lnRef idx="0"/>
          <a:fillRef idx="0"/>
          <a:effectRef idx="0"/>
          <a:fontRef idx="minor"/>
        </p:style>
      </p:sp>
      <p:sp>
        <p:nvSpPr>
          <p:cNvPr id="245" name="CustomShape 2"/>
          <p:cNvSpPr/>
          <p:nvPr/>
        </p:nvSpPr>
        <p:spPr>
          <a:xfrm>
            <a:off x="199440" y="329760"/>
            <a:ext cx="12386160" cy="66783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6600" spc="-1" strike="noStrike">
                <a:solidFill>
                  <a:srgbClr val="ffffff"/>
                </a:solidFill>
                <a:latin typeface="Arial"/>
                <a:ea typeface="DejaVu Sans"/>
              </a:rPr>
              <a:t>Javascript BOM.</a:t>
            </a:r>
            <a:endParaRPr b="0" lang="en-US" sz="6600" spc="-1" strike="noStrike">
              <a:latin typeface="Arial"/>
            </a:endParaRPr>
          </a:p>
          <a:p>
            <a:pPr>
              <a:lnSpc>
                <a:spcPct val="100000"/>
              </a:lnSpc>
            </a:pPr>
            <a:r>
              <a:rPr b="0" lang="en-US" sz="6600" spc="-1" strike="noStrike">
                <a:solidFill>
                  <a:srgbClr val="ffffff"/>
                </a:solidFill>
                <a:latin typeface="Arial"/>
                <a:ea typeface="DejaVu Sans"/>
              </a:rPr>
              <a:t>Events Handling.</a:t>
            </a:r>
            <a:endParaRPr b="0" lang="en-US" sz="66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CustomShape 1"/>
          <p:cNvSpPr/>
          <p:nvPr/>
        </p:nvSpPr>
        <p:spPr>
          <a:xfrm>
            <a:off x="2715120" y="114120"/>
            <a:ext cx="6519960" cy="61704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1" lang="en-US" sz="4000" spc="-1" strike="noStrike">
                <a:solidFill>
                  <a:srgbClr val="ffffff"/>
                </a:solidFill>
                <a:latin typeface="Arial"/>
                <a:ea typeface="DejaVu Sans"/>
              </a:rPr>
              <a:t>THE WINDOW OBJECT</a:t>
            </a:r>
            <a:endParaRPr b="0" lang="en-US" sz="4000" spc="-1" strike="noStrike">
              <a:latin typeface="Arial"/>
            </a:endParaRPr>
          </a:p>
        </p:txBody>
      </p:sp>
      <p:pic>
        <p:nvPicPr>
          <p:cNvPr id="247" name="Рисунок 207" descr=""/>
          <p:cNvPicPr/>
          <p:nvPr/>
        </p:nvPicPr>
        <p:blipFill>
          <a:blip r:embed="rId1"/>
          <a:stretch/>
        </p:blipFill>
        <p:spPr>
          <a:xfrm>
            <a:off x="727920" y="1097280"/>
            <a:ext cx="3752280" cy="2990160"/>
          </a:xfrm>
          <a:prstGeom prst="rect">
            <a:avLst/>
          </a:prstGeom>
          <a:ln>
            <a:noFill/>
          </a:ln>
        </p:spPr>
      </p:pic>
      <p:sp>
        <p:nvSpPr>
          <p:cNvPr id="248" name="CustomShape 2"/>
          <p:cNvSpPr/>
          <p:nvPr/>
        </p:nvSpPr>
        <p:spPr>
          <a:xfrm>
            <a:off x="4697640" y="1419480"/>
            <a:ext cx="6766200" cy="234576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At the core of the BOM is the window object, which represents an instance of the browser. The window object serves a dual purpose in browsers, acting as the JavaScript interface to the browser window and the ECMAScript Global object. This means that every object, variable, and function defined in a web page uses window as its Global object and has access to methods like parseInt()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CustomShape 1"/>
          <p:cNvSpPr/>
          <p:nvPr/>
        </p:nvSpPr>
        <p:spPr>
          <a:xfrm>
            <a:off x="822960" y="739440"/>
            <a:ext cx="11276640" cy="4564080"/>
          </a:xfrm>
          <a:prstGeom prst="rect">
            <a:avLst/>
          </a:prstGeom>
          <a:noFill/>
          <a:ln>
            <a:noFill/>
          </a:ln>
        </p:spPr>
        <p:style>
          <a:lnRef idx="0"/>
          <a:fillRef idx="0"/>
          <a:effectRef idx="0"/>
          <a:fontRef idx="minor"/>
        </p:style>
        <p:txBody>
          <a:bodyPr lIns="90000" rIns="90000" tIns="45000" bIns="45000">
            <a:noAutofit/>
          </a:bodyPr>
          <a:p>
            <a:pPr algn="just">
              <a:lnSpc>
                <a:spcPct val="150000"/>
              </a:lnSpc>
            </a:pPr>
            <a:r>
              <a:rPr b="0" lang="en-US" sz="3200" spc="-1" strike="noStrike">
                <a:solidFill>
                  <a:srgbClr val="ffffff"/>
                </a:solidFill>
                <a:latin typeface="Arial"/>
                <a:ea typeface="DejaVu Sans"/>
              </a:rPr>
              <a:t>The Global Scope</a:t>
            </a:r>
            <a:endParaRPr b="0" lang="en-US" sz="3200" spc="-1" strike="noStrike">
              <a:latin typeface="Arial"/>
            </a:endParaRPr>
          </a:p>
        </p:txBody>
      </p:sp>
      <p:sp>
        <p:nvSpPr>
          <p:cNvPr id="250" name="CustomShape 2"/>
          <p:cNvSpPr/>
          <p:nvPr/>
        </p:nvSpPr>
        <p:spPr>
          <a:xfrm>
            <a:off x="810720" y="1828800"/>
            <a:ext cx="10442880" cy="7804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Because the window object doubles as the ECMAScript Global object, all variables and functions declared globally with var become properties and methods of the window object.</a:t>
            </a:r>
            <a:endParaRPr b="0" lang="en-US" sz="1800" spc="-1" strike="noStrike">
              <a:latin typeface="Arial"/>
            </a:endParaRPr>
          </a:p>
        </p:txBody>
      </p:sp>
      <p:pic>
        <p:nvPicPr>
          <p:cNvPr id="251" name="Рисунок 211" descr=""/>
          <p:cNvPicPr/>
          <p:nvPr/>
        </p:nvPicPr>
        <p:blipFill>
          <a:blip r:embed="rId1"/>
          <a:stretch/>
        </p:blipFill>
        <p:spPr>
          <a:xfrm>
            <a:off x="914400" y="3017520"/>
            <a:ext cx="3009240" cy="1075680"/>
          </a:xfrm>
          <a:prstGeom prst="rect">
            <a:avLst/>
          </a:prstGeom>
          <a:ln>
            <a:noFill/>
          </a:ln>
        </p:spPr>
      </p:pic>
      <p:pic>
        <p:nvPicPr>
          <p:cNvPr id="252" name="Рисунок 212" descr=""/>
          <p:cNvPicPr/>
          <p:nvPr/>
        </p:nvPicPr>
        <p:blipFill>
          <a:blip r:embed="rId2"/>
          <a:stretch/>
        </p:blipFill>
        <p:spPr>
          <a:xfrm>
            <a:off x="4663440" y="3017520"/>
            <a:ext cx="5504760" cy="1065960"/>
          </a:xfrm>
          <a:prstGeom prst="rect">
            <a:avLst/>
          </a:prstGeom>
          <a:ln>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TextShape 1"/>
          <p:cNvSpPr txBox="1"/>
          <p:nvPr/>
        </p:nvSpPr>
        <p:spPr>
          <a:xfrm>
            <a:off x="609480" y="273600"/>
            <a:ext cx="10972080" cy="570240"/>
          </a:xfrm>
          <a:prstGeom prst="rect">
            <a:avLst/>
          </a:prstGeom>
          <a:noFill/>
          <a:ln>
            <a:noFill/>
          </a:ln>
        </p:spPr>
        <p:txBody>
          <a:bodyPr lIns="0" rIns="0" tIns="0" bIns="0" anchor="ctr">
            <a:noAutofit/>
          </a:bodyPr>
          <a:p>
            <a:pPr>
              <a:lnSpc>
                <a:spcPct val="90000"/>
              </a:lnSpc>
            </a:pPr>
            <a:r>
              <a:rPr b="0" lang="en-US" sz="2400" spc="-1" strike="noStrike">
                <a:solidFill>
                  <a:srgbClr val="ffffff"/>
                </a:solidFill>
                <a:latin typeface="Arial"/>
                <a:ea typeface="DejaVu Sans"/>
              </a:rPr>
              <a:t>Window Size</a:t>
            </a:r>
            <a:endParaRPr b="0" lang="uk-UA" sz="2400" spc="-1" strike="noStrike">
              <a:solidFill>
                <a:srgbClr val="000000"/>
              </a:solidFill>
              <a:latin typeface="Arial"/>
            </a:endParaRPr>
          </a:p>
        </p:txBody>
      </p:sp>
      <p:sp>
        <p:nvSpPr>
          <p:cNvPr id="254" name="CustomShape 2"/>
          <p:cNvSpPr/>
          <p:nvPr/>
        </p:nvSpPr>
        <p:spPr>
          <a:xfrm>
            <a:off x="726480" y="983520"/>
            <a:ext cx="10738440" cy="156240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Determining the size of a window cross-browser is not straightforward. All modern browsers provide four properties</a:t>
            </a:r>
            <a:r>
              <a:rPr b="0" i="1" lang="en-US" sz="1800" spc="-1" strike="noStrike">
                <a:solidFill>
                  <a:srgbClr val="ffffff"/>
                </a:solidFill>
                <a:latin typeface="Arial"/>
                <a:ea typeface="DejaVu Sans"/>
              </a:rPr>
              <a:t>: </a:t>
            </a:r>
            <a:r>
              <a:rPr b="1" i="1" lang="en-US" sz="1800" spc="-1" strike="noStrike">
                <a:solidFill>
                  <a:srgbClr val="ffffff"/>
                </a:solidFill>
                <a:latin typeface="Arial"/>
                <a:ea typeface="DejaVu Sans"/>
              </a:rPr>
              <a:t>innerWidth, innerHeight, outerWidth, and outerHeight. outerWidth</a:t>
            </a:r>
            <a:r>
              <a:rPr b="1" lang="en-US" sz="1800" spc="-1" strike="noStrike">
                <a:solidFill>
                  <a:srgbClr val="ffffff"/>
                </a:solidFill>
                <a:latin typeface="Arial"/>
                <a:ea typeface="DejaVu Sans"/>
              </a:rPr>
              <a:t> </a:t>
            </a:r>
            <a:r>
              <a:rPr b="0" lang="en-US" sz="1800" spc="-1" strike="noStrike">
                <a:solidFill>
                  <a:srgbClr val="ffffff"/>
                </a:solidFill>
                <a:latin typeface="Arial"/>
                <a:ea typeface="DejaVu Sans"/>
              </a:rPr>
              <a:t>and </a:t>
            </a:r>
            <a:r>
              <a:rPr b="1" i="1" lang="en-US" sz="1800" spc="-1" strike="noStrike">
                <a:solidFill>
                  <a:srgbClr val="ffffff"/>
                </a:solidFill>
                <a:latin typeface="Arial"/>
                <a:ea typeface="DejaVu Sans"/>
              </a:rPr>
              <a:t>outerHeight</a:t>
            </a:r>
            <a:r>
              <a:rPr b="0" lang="en-US" sz="1800" spc="-1" strike="noStrike">
                <a:solidFill>
                  <a:srgbClr val="ffffff"/>
                </a:solidFill>
                <a:latin typeface="Arial"/>
                <a:ea typeface="DejaVu Sans"/>
              </a:rPr>
              <a:t> return the dimensions of the browser window itself (regardless of whether it’s used on the topmost window object or on a frame). The </a:t>
            </a:r>
            <a:r>
              <a:rPr b="1" i="1" lang="en-US" sz="1800" spc="-1" strike="noStrike">
                <a:solidFill>
                  <a:srgbClr val="ffffff"/>
                </a:solidFill>
                <a:latin typeface="Arial"/>
                <a:ea typeface="DejaVu Sans"/>
              </a:rPr>
              <a:t>innerWidth</a:t>
            </a:r>
            <a:r>
              <a:rPr b="0" lang="en-US" sz="1800" spc="-1" strike="noStrike">
                <a:solidFill>
                  <a:srgbClr val="ffffff"/>
                </a:solidFill>
                <a:latin typeface="Arial"/>
                <a:ea typeface="DejaVu Sans"/>
              </a:rPr>
              <a:t> and </a:t>
            </a:r>
            <a:r>
              <a:rPr b="1" i="1" lang="en-US" sz="1800" spc="-1" strike="noStrike">
                <a:solidFill>
                  <a:srgbClr val="ffffff"/>
                </a:solidFill>
                <a:latin typeface="Arial"/>
                <a:ea typeface="DejaVu Sans"/>
              </a:rPr>
              <a:t>innerHeight</a:t>
            </a:r>
            <a:r>
              <a:rPr b="0" lang="en-US" sz="1800" spc="-1" strike="noStrike">
                <a:solidFill>
                  <a:srgbClr val="ffffff"/>
                </a:solidFill>
                <a:latin typeface="Arial"/>
                <a:ea typeface="DejaVu Sans"/>
              </a:rPr>
              <a:t> properties indicate the size of the page viewport inside the browser window (minus borders and toolbars).</a:t>
            </a:r>
            <a:endParaRPr b="0" lang="en-US" sz="1800" spc="-1" strike="noStrike">
              <a:latin typeface="Arial"/>
            </a:endParaRPr>
          </a:p>
        </p:txBody>
      </p:sp>
      <p:sp>
        <p:nvSpPr>
          <p:cNvPr id="255" name="CustomShape 3"/>
          <p:cNvSpPr/>
          <p:nvPr/>
        </p:nvSpPr>
        <p:spPr>
          <a:xfrm>
            <a:off x="609480" y="2685600"/>
            <a:ext cx="6098040" cy="4561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400" spc="-1" strike="noStrike">
                <a:solidFill>
                  <a:srgbClr val="ffffff"/>
                </a:solidFill>
                <a:latin typeface="Arial"/>
                <a:ea typeface="DejaVu Sans"/>
              </a:rPr>
              <a:t>Window Viewport Position </a:t>
            </a:r>
            <a:endParaRPr b="0" lang="en-US" sz="2400" spc="-1" strike="noStrike">
              <a:latin typeface="Arial"/>
            </a:endParaRPr>
          </a:p>
        </p:txBody>
      </p:sp>
      <p:sp>
        <p:nvSpPr>
          <p:cNvPr id="256" name="CustomShape 4"/>
          <p:cNvSpPr/>
          <p:nvPr/>
        </p:nvSpPr>
        <p:spPr>
          <a:xfrm>
            <a:off x="826560" y="3286800"/>
            <a:ext cx="10638720" cy="1736280"/>
          </a:xfrm>
          <a:prstGeom prst="rect">
            <a:avLst/>
          </a:prstGeom>
          <a:noFill/>
          <a:ln>
            <a:noFill/>
          </a:ln>
        </p:spPr>
        <p:style>
          <a:lnRef idx="0"/>
          <a:fillRef idx="0"/>
          <a:effectRef idx="0"/>
          <a:fontRef idx="minor"/>
        </p:style>
        <p:txBody>
          <a:bodyPr lIns="90000" rIns="90000" tIns="45000" bIns="45000">
            <a:sp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Because the browser window is usually not large enough to display the entire rendered document at once, the user is given the ability to scroll around the document with a limited viewport. The CSS pixel offset of the current viewport is available as an X and Y pair, representing the number of pixels the viewport is currently scrolled in that direction. The X and Y offsets are each accessible via two properties, which return identical values: </a:t>
            </a:r>
            <a:r>
              <a:rPr b="1" i="1" lang="en-US" sz="1800" spc="-1" strike="noStrike">
                <a:solidFill>
                  <a:srgbClr val="ffffff"/>
                </a:solidFill>
                <a:latin typeface="Arial"/>
                <a:ea typeface="DejaVu Sans"/>
              </a:rPr>
              <a:t>window.pageXoffset / window.scrollX</a:t>
            </a:r>
            <a:r>
              <a:rPr b="0" lang="en-US" sz="1800" spc="-1" strike="noStrike">
                <a:solidFill>
                  <a:srgbClr val="ffffff"/>
                </a:solidFill>
                <a:latin typeface="Arial"/>
                <a:ea typeface="DejaVu Sans"/>
              </a:rPr>
              <a:t>, and window </a:t>
            </a:r>
            <a:r>
              <a:rPr b="1" i="1" lang="en-US" sz="1800" spc="-1" strike="noStrike">
                <a:solidFill>
                  <a:srgbClr val="ffffff"/>
                </a:solidFill>
                <a:latin typeface="Arial"/>
                <a:ea typeface="DejaVu Sans"/>
              </a:rPr>
              <a:t>.pageYoffset / window.scrollY</a:t>
            </a:r>
            <a:r>
              <a:rPr b="0" lang="en-US" sz="1800" spc="-1" strike="noStrike">
                <a:solidFill>
                  <a:srgbClr val="ffffff"/>
                </a:solidFill>
                <a:latin typeface="Arial"/>
                <a:ea typeface="DejaVu Sans"/>
              </a:rPr>
              <a:t>.</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CustomShape 1"/>
          <p:cNvSpPr/>
          <p:nvPr/>
        </p:nvSpPr>
        <p:spPr>
          <a:xfrm>
            <a:off x="689400" y="1492920"/>
            <a:ext cx="11084040" cy="1428120"/>
          </a:xfrm>
          <a:prstGeom prst="rect">
            <a:avLst/>
          </a:prstGeom>
          <a:noFill/>
          <a:ln>
            <a:noFill/>
          </a:ln>
        </p:spPr>
        <p:style>
          <a:lnRef idx="0"/>
          <a:fillRef idx="0"/>
          <a:effectRef idx="0"/>
          <a:fontRef idx="minor"/>
        </p:style>
        <p:txBody>
          <a:bodyPr lIns="90000" rIns="90000" tIns="45000" bIns="45000">
            <a:noAutofit/>
          </a:bodyPr>
          <a:p>
            <a:pPr algn="just">
              <a:lnSpc>
                <a:spcPct val="100000"/>
              </a:lnSpc>
            </a:pPr>
            <a:r>
              <a:rPr b="1" lang="en-US" sz="1800" spc="-1" strike="noStrike">
                <a:solidFill>
                  <a:srgbClr val="ffffff"/>
                </a:solidFill>
                <a:latin typeface="Arial"/>
                <a:ea typeface="DejaVu Sans"/>
              </a:rPr>
              <a:t>  </a:t>
            </a:r>
            <a:r>
              <a:rPr b="0" lang="en-US" sz="1800" spc="-1" strike="noStrike">
                <a:solidFill>
                  <a:srgbClr val="ffffff"/>
                </a:solidFill>
                <a:latin typeface="Arial"/>
                <a:ea typeface="DejaVu Sans"/>
              </a:rPr>
              <a:t>The window.open() method can be used both to navigate to a particular URL and to open a new browser window. This method accepts four arguments: the URL to load, the window target, a string of features, and a Boolean value indicating that the new page should take the place of the currently loaded page in the browser history.</a:t>
            </a:r>
            <a:endParaRPr b="0" lang="en-US" sz="1800" spc="-1" strike="noStrike">
              <a:latin typeface="Arial"/>
            </a:endParaRPr>
          </a:p>
          <a:p>
            <a:pPr algn="just">
              <a:lnSpc>
                <a:spcPct val="100000"/>
              </a:lnSpc>
            </a:pPr>
            <a:endParaRPr b="0" lang="en-US" sz="1800" spc="-1" strike="noStrike">
              <a:latin typeface="Arial"/>
            </a:endParaRPr>
          </a:p>
          <a:p>
            <a:pPr algn="just">
              <a:lnSpc>
                <a:spcPct val="100000"/>
              </a:lnSpc>
            </a:pPr>
            <a:endParaRPr b="0" lang="en-US" sz="1800" spc="-1" strike="noStrike">
              <a:latin typeface="Arial"/>
            </a:endParaRPr>
          </a:p>
        </p:txBody>
      </p:sp>
      <p:sp>
        <p:nvSpPr>
          <p:cNvPr id="258" name="CustomShape 2"/>
          <p:cNvSpPr/>
          <p:nvPr/>
        </p:nvSpPr>
        <p:spPr>
          <a:xfrm>
            <a:off x="1554480" y="214560"/>
            <a:ext cx="8683920" cy="6994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4000" spc="-1" strike="noStrike">
                <a:solidFill>
                  <a:srgbClr val="ffffff"/>
                </a:solidFill>
                <a:latin typeface="Arial"/>
                <a:ea typeface="DejaVu Sans"/>
              </a:rPr>
              <a:t>Navigating and Opening Windows</a:t>
            </a:r>
            <a:endParaRPr b="0" lang="en-US" sz="4000" spc="-1" strike="noStrike">
              <a:latin typeface="Arial"/>
            </a:endParaRPr>
          </a:p>
        </p:txBody>
      </p:sp>
      <p:pic>
        <p:nvPicPr>
          <p:cNvPr id="259" name="Рисунок 2" descr=""/>
          <p:cNvPicPr/>
          <p:nvPr/>
        </p:nvPicPr>
        <p:blipFill>
          <a:blip r:embed="rId1"/>
          <a:stretch/>
        </p:blipFill>
        <p:spPr>
          <a:xfrm>
            <a:off x="798120" y="2921400"/>
            <a:ext cx="5969520" cy="471600"/>
          </a:xfrm>
          <a:prstGeom prst="rect">
            <a:avLst/>
          </a:prstGeom>
          <a:ln>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CustomShape 1"/>
          <p:cNvSpPr/>
          <p:nvPr/>
        </p:nvSpPr>
        <p:spPr>
          <a:xfrm>
            <a:off x="2096640" y="0"/>
            <a:ext cx="6920280" cy="66384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0" lang="en-US" sz="4000" spc="-1" strike="noStrike">
                <a:solidFill>
                  <a:srgbClr val="ffffff"/>
                </a:solidFill>
                <a:latin typeface="Arial"/>
                <a:ea typeface="DejaVu Sans"/>
              </a:rPr>
              <a:t>Popping Up Windows</a:t>
            </a:r>
            <a:endParaRPr b="0" lang="en-US" sz="4000" spc="-1" strike="noStrike">
              <a:latin typeface="Arial"/>
            </a:endParaRPr>
          </a:p>
          <a:p>
            <a:pPr algn="ctr">
              <a:lnSpc>
                <a:spcPct val="100000"/>
              </a:lnSpc>
            </a:pPr>
            <a:endParaRPr b="0" lang="en-US" sz="4000" spc="-1" strike="noStrike">
              <a:latin typeface="Arial"/>
            </a:endParaRPr>
          </a:p>
        </p:txBody>
      </p:sp>
      <p:pic>
        <p:nvPicPr>
          <p:cNvPr id="261" name="Рисунок 217" descr=""/>
          <p:cNvPicPr/>
          <p:nvPr/>
        </p:nvPicPr>
        <p:blipFill>
          <a:blip r:embed="rId1"/>
          <a:stretch/>
        </p:blipFill>
        <p:spPr>
          <a:xfrm>
            <a:off x="2288880" y="848160"/>
            <a:ext cx="6728040" cy="5804640"/>
          </a:xfrm>
          <a:prstGeom prst="rect">
            <a:avLst/>
          </a:prstGeom>
          <a:ln>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2" name="Рисунок 218" descr=""/>
          <p:cNvPicPr/>
          <p:nvPr/>
        </p:nvPicPr>
        <p:blipFill>
          <a:blip r:embed="rId1"/>
          <a:stretch/>
        </p:blipFill>
        <p:spPr>
          <a:xfrm>
            <a:off x="1330200" y="1155960"/>
            <a:ext cx="5514120" cy="637560"/>
          </a:xfrm>
          <a:prstGeom prst="rect">
            <a:avLst/>
          </a:prstGeom>
          <a:ln>
            <a:noFill/>
          </a:ln>
        </p:spPr>
      </p:pic>
      <p:sp>
        <p:nvSpPr>
          <p:cNvPr id="263" name="CustomShape 1"/>
          <p:cNvSpPr/>
          <p:nvPr/>
        </p:nvSpPr>
        <p:spPr>
          <a:xfrm>
            <a:off x="762840" y="2017440"/>
            <a:ext cx="10103040" cy="715680"/>
          </a:xfrm>
          <a:prstGeom prst="rect">
            <a:avLst/>
          </a:prstGeom>
          <a:noFill/>
          <a:ln>
            <a:noFill/>
          </a:ln>
        </p:spPr>
        <p:style>
          <a:lnRef idx="0"/>
          <a:fillRef idx="0"/>
          <a:effectRef idx="0"/>
          <a:fontRef idx="minor"/>
        </p:style>
        <p:txBody>
          <a:bodyPr lIns="90000" rIns="90000" tIns="45000" bIns="45000">
            <a:noAutofit/>
          </a:bodyPr>
          <a:p>
            <a:pPr marL="285840" indent="-285480">
              <a:lnSpc>
                <a:spcPct val="100000"/>
              </a:lnSpc>
              <a:buClr>
                <a:srgbClr val="ffffff"/>
              </a:buClr>
              <a:buFont typeface="Arial"/>
              <a:buChar char="•"/>
            </a:pPr>
            <a:r>
              <a:rPr b="0" lang="en-US" sz="1800" spc="-1" strike="noStrike">
                <a:solidFill>
                  <a:srgbClr val="ffffff"/>
                </a:solidFill>
                <a:latin typeface="Arial"/>
                <a:ea typeface="DejaVu Sans"/>
              </a:rPr>
              <a:t>This code opens a new resizable window that’s 400x400 and positioned 10 pixels from the top and</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left of the screen.</a:t>
            </a:r>
            <a:endParaRPr b="0" lang="en-US" sz="1800" spc="-1" strike="noStrike">
              <a:latin typeface="Arial"/>
            </a:endParaRPr>
          </a:p>
        </p:txBody>
      </p:sp>
      <p:pic>
        <p:nvPicPr>
          <p:cNvPr id="264" name="Рисунок 220" descr=""/>
          <p:cNvPicPr/>
          <p:nvPr/>
        </p:nvPicPr>
        <p:blipFill>
          <a:blip r:embed="rId2"/>
          <a:stretch/>
        </p:blipFill>
        <p:spPr>
          <a:xfrm>
            <a:off x="1330200" y="3160440"/>
            <a:ext cx="5552280" cy="656640"/>
          </a:xfrm>
          <a:prstGeom prst="rect">
            <a:avLst/>
          </a:prstGeom>
          <a:ln>
            <a:noFill/>
          </a:ln>
        </p:spPr>
      </p:pic>
      <p:pic>
        <p:nvPicPr>
          <p:cNvPr id="265" name="Рисунок 221" descr=""/>
          <p:cNvPicPr/>
          <p:nvPr/>
        </p:nvPicPr>
        <p:blipFill>
          <a:blip r:embed="rId3"/>
          <a:stretch/>
        </p:blipFill>
        <p:spPr>
          <a:xfrm>
            <a:off x="1330200" y="4131360"/>
            <a:ext cx="2418480" cy="913680"/>
          </a:xfrm>
          <a:prstGeom prst="rect">
            <a:avLst/>
          </a:prstGeom>
          <a:ln>
            <a:noFill/>
          </a:ln>
        </p:spPr>
      </p:pic>
      <p:pic>
        <p:nvPicPr>
          <p:cNvPr id="266" name="Рисунок 222" descr=""/>
          <p:cNvPicPr/>
          <p:nvPr/>
        </p:nvPicPr>
        <p:blipFill>
          <a:blip r:embed="rId4"/>
          <a:stretch/>
        </p:blipFill>
        <p:spPr>
          <a:xfrm>
            <a:off x="1330200" y="5359320"/>
            <a:ext cx="2418480" cy="342360"/>
          </a:xfrm>
          <a:prstGeom prst="rect">
            <a:avLst/>
          </a:prstGeom>
          <a:ln>
            <a:noFill/>
          </a:ln>
        </p:spPr>
      </p:pic>
      <p:sp>
        <p:nvSpPr>
          <p:cNvPr id="267" name="CustomShape 2"/>
          <p:cNvSpPr/>
          <p:nvPr/>
        </p:nvSpPr>
        <p:spPr>
          <a:xfrm>
            <a:off x="2096640" y="196920"/>
            <a:ext cx="6920280" cy="66384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0" lang="en-US" sz="4000" spc="-1" strike="noStrike">
                <a:solidFill>
                  <a:srgbClr val="ffffff"/>
                </a:solidFill>
                <a:latin typeface="Arial"/>
                <a:ea typeface="DejaVu Sans"/>
              </a:rPr>
              <a:t>Popping Up Windows</a:t>
            </a:r>
            <a:endParaRPr b="0" lang="en-US" sz="4000" spc="-1" strike="noStrike">
              <a:latin typeface="Arial"/>
            </a:endParaRPr>
          </a:p>
          <a:p>
            <a:pPr algn="ctr">
              <a:lnSpc>
                <a:spcPct val="100000"/>
              </a:lnSpc>
            </a:pPr>
            <a:endParaRPr b="0" lang="en-US" sz="40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CustomShape 1"/>
          <p:cNvSpPr/>
          <p:nvPr/>
        </p:nvSpPr>
        <p:spPr>
          <a:xfrm>
            <a:off x="3057480" y="254520"/>
            <a:ext cx="6076080" cy="66384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1" lang="en-US" sz="4000" spc="-1" strike="noStrike">
                <a:solidFill>
                  <a:srgbClr val="ffffff"/>
                </a:solidFill>
                <a:latin typeface="Arial"/>
                <a:ea typeface="DejaVu Sans"/>
              </a:rPr>
              <a:t>System Dialogs</a:t>
            </a:r>
            <a:endParaRPr b="0" lang="en-US" sz="4000" spc="-1" strike="noStrike">
              <a:latin typeface="Arial"/>
            </a:endParaRPr>
          </a:p>
          <a:p>
            <a:pPr algn="ctr">
              <a:lnSpc>
                <a:spcPct val="100000"/>
              </a:lnSpc>
            </a:pPr>
            <a:endParaRPr b="0" lang="en-US" sz="4000" spc="-1" strike="noStrike">
              <a:latin typeface="Arial"/>
            </a:endParaRPr>
          </a:p>
        </p:txBody>
      </p:sp>
      <p:sp>
        <p:nvSpPr>
          <p:cNvPr id="269" name="CustomShape 2"/>
          <p:cNvSpPr/>
          <p:nvPr/>
        </p:nvSpPr>
        <p:spPr>
          <a:xfrm>
            <a:off x="720360" y="1047600"/>
            <a:ext cx="11011680" cy="1285200"/>
          </a:xfrm>
          <a:prstGeom prst="rect">
            <a:avLst/>
          </a:prstGeom>
          <a:noFill/>
          <a:ln>
            <a:noFill/>
          </a:ln>
        </p:spPr>
        <p:style>
          <a:lnRef idx="0"/>
          <a:fillRef idx="0"/>
          <a:effectRef idx="0"/>
          <a:fontRef idx="minor"/>
        </p:style>
        <p:txBody>
          <a:bodyPr lIns="90000" rIns="90000" tIns="45000" bIns="45000">
            <a:noAutofit/>
          </a:bodyPr>
          <a:p>
            <a:pPr marL="285840" indent="-285480">
              <a:lnSpc>
                <a:spcPct val="100000"/>
              </a:lnSpc>
              <a:buClr>
                <a:srgbClr val="ffffff"/>
              </a:buClr>
              <a:buFont typeface="Arial"/>
              <a:buChar char="•"/>
            </a:pPr>
            <a:r>
              <a:rPr b="0" lang="en-US" sz="1800" spc="-1" strike="noStrike">
                <a:solidFill>
                  <a:srgbClr val="ffffff"/>
                </a:solidFill>
                <a:latin typeface="Arial"/>
                <a:ea typeface="DejaVu Sans"/>
              </a:rPr>
              <a:t>The browser is capable of invoking system dialogs to display to the user through the alert() , confirm() , and prompt() methods. Their appearance is determined by operating system and/ or browser settings rather than CSS. Additionally, each of these dialogs is synchronous and modal, meaning code execution stops when a dialog is displayed, and resumes after it has been dismissed.</a:t>
            </a:r>
            <a:endParaRPr b="0" lang="en-US" sz="1800" spc="-1" strike="noStrike">
              <a:latin typeface="Arial"/>
            </a:endParaRPr>
          </a:p>
          <a:p>
            <a:pPr>
              <a:lnSpc>
                <a:spcPct val="100000"/>
              </a:lnSpc>
            </a:pPr>
            <a:endParaRPr b="0" lang="en-US" sz="1800" spc="-1" strike="noStrike">
              <a:latin typeface="Arial"/>
            </a:endParaRPr>
          </a:p>
        </p:txBody>
      </p:sp>
      <p:pic>
        <p:nvPicPr>
          <p:cNvPr id="270" name="Рисунок 226" descr=""/>
          <p:cNvPicPr/>
          <p:nvPr/>
        </p:nvPicPr>
        <p:blipFill>
          <a:blip r:embed="rId1"/>
          <a:stretch/>
        </p:blipFill>
        <p:spPr>
          <a:xfrm>
            <a:off x="971640" y="2546280"/>
            <a:ext cx="4171320" cy="1304280"/>
          </a:xfrm>
          <a:prstGeom prst="rect">
            <a:avLst/>
          </a:prstGeom>
          <a:ln>
            <a:noFill/>
          </a:ln>
        </p:spPr>
      </p:pic>
      <p:pic>
        <p:nvPicPr>
          <p:cNvPr id="271" name="Рисунок 227" descr=""/>
          <p:cNvPicPr/>
          <p:nvPr/>
        </p:nvPicPr>
        <p:blipFill>
          <a:blip r:embed="rId2"/>
          <a:stretch/>
        </p:blipFill>
        <p:spPr>
          <a:xfrm>
            <a:off x="6226560" y="2565360"/>
            <a:ext cx="4133160" cy="1285200"/>
          </a:xfrm>
          <a:prstGeom prst="rect">
            <a:avLst/>
          </a:prstGeom>
          <a:ln>
            <a:noFill/>
          </a:ln>
        </p:spPr>
      </p:pic>
      <p:pic>
        <p:nvPicPr>
          <p:cNvPr id="272" name="Рисунок 228" descr=""/>
          <p:cNvPicPr/>
          <p:nvPr/>
        </p:nvPicPr>
        <p:blipFill>
          <a:blip r:embed="rId3"/>
          <a:stretch/>
        </p:blipFill>
        <p:spPr>
          <a:xfrm>
            <a:off x="971640" y="4524840"/>
            <a:ext cx="4171320" cy="1675800"/>
          </a:xfrm>
          <a:prstGeom prst="rect">
            <a:avLst/>
          </a:prstGeom>
          <a:ln>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CustomShape 1"/>
          <p:cNvSpPr/>
          <p:nvPr/>
        </p:nvSpPr>
        <p:spPr>
          <a:xfrm>
            <a:off x="1843920" y="385920"/>
            <a:ext cx="8503560" cy="66384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1" lang="en-US" sz="4000" spc="-1" strike="noStrike">
                <a:solidFill>
                  <a:srgbClr val="ffffff"/>
                </a:solidFill>
                <a:latin typeface="Arial"/>
                <a:ea typeface="DejaVu Sans"/>
              </a:rPr>
              <a:t>THE LOCATION OBJECT</a:t>
            </a:r>
            <a:endParaRPr b="0" lang="en-US" sz="4000" spc="-1" strike="noStrike">
              <a:latin typeface="Arial"/>
            </a:endParaRPr>
          </a:p>
          <a:p>
            <a:pPr algn="ctr">
              <a:lnSpc>
                <a:spcPct val="100000"/>
              </a:lnSpc>
            </a:pPr>
            <a:endParaRPr b="0" lang="en-US" sz="4000" spc="-1" strike="noStrike">
              <a:latin typeface="Arial"/>
            </a:endParaRPr>
          </a:p>
        </p:txBody>
      </p:sp>
      <p:sp>
        <p:nvSpPr>
          <p:cNvPr id="274" name="CustomShape 2"/>
          <p:cNvSpPr/>
          <p:nvPr/>
        </p:nvSpPr>
        <p:spPr>
          <a:xfrm>
            <a:off x="182880" y="1005840"/>
            <a:ext cx="11886840" cy="11602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The location object is unique in that it is a property of both window and document ; both window.location and document.location point to the same object. If the browser was currently located at </a:t>
            </a:r>
            <a:r>
              <a:rPr b="1" i="1" lang="en-US" sz="1800" spc="-1" strike="noStrike">
                <a:solidFill>
                  <a:srgbClr val="ffffff"/>
                </a:solidFill>
                <a:latin typeface="Arial"/>
                <a:ea typeface="DejaVu Sans"/>
              </a:rPr>
              <a:t>http://foouser:barpassword@www.wrox.com:80/WileyCDA/?q=javascript#contents </a:t>
            </a:r>
            <a:r>
              <a:rPr b="0" lang="en-US" sz="1800" spc="-1" strike="noStrike">
                <a:solidFill>
                  <a:srgbClr val="ffffff"/>
                </a:solidFill>
                <a:latin typeface="Arial"/>
                <a:ea typeface="DejaVu Sans"/>
              </a:rPr>
              <a:t>, then the location object would behave as follows:</a:t>
            </a:r>
            <a:endParaRPr b="0" lang="en-US" sz="1800" spc="-1" strike="noStrike">
              <a:latin typeface="Arial"/>
            </a:endParaRPr>
          </a:p>
          <a:p>
            <a:pPr>
              <a:lnSpc>
                <a:spcPct val="100000"/>
              </a:lnSpc>
            </a:pPr>
            <a:endParaRPr b="0" lang="en-US" sz="1800" spc="-1" strike="noStrike">
              <a:latin typeface="Arial"/>
            </a:endParaRPr>
          </a:p>
        </p:txBody>
      </p:sp>
      <p:pic>
        <p:nvPicPr>
          <p:cNvPr id="275" name="Рисунок 232" descr=""/>
          <p:cNvPicPr/>
          <p:nvPr/>
        </p:nvPicPr>
        <p:blipFill>
          <a:blip r:embed="rId1"/>
          <a:stretch/>
        </p:blipFill>
        <p:spPr>
          <a:xfrm>
            <a:off x="1850760" y="2376720"/>
            <a:ext cx="7124040" cy="4095000"/>
          </a:xfrm>
          <a:prstGeom prst="rect">
            <a:avLst/>
          </a:prstGeom>
          <a:ln>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6" name="Рисунок 233" descr=""/>
          <p:cNvPicPr/>
          <p:nvPr/>
        </p:nvPicPr>
        <p:blipFill>
          <a:blip r:embed="rId1"/>
          <a:stretch/>
        </p:blipFill>
        <p:spPr>
          <a:xfrm>
            <a:off x="2538720" y="303120"/>
            <a:ext cx="7114320" cy="2904480"/>
          </a:xfrm>
          <a:prstGeom prst="rect">
            <a:avLst/>
          </a:prstGeom>
          <a:ln>
            <a:noFill/>
          </a:ln>
        </p:spPr>
      </p:pic>
      <p:pic>
        <p:nvPicPr>
          <p:cNvPr id="277" name="Рисунок 234" descr=""/>
          <p:cNvPicPr/>
          <p:nvPr/>
        </p:nvPicPr>
        <p:blipFill>
          <a:blip r:embed="rId2"/>
          <a:stretch/>
        </p:blipFill>
        <p:spPr>
          <a:xfrm>
            <a:off x="1023480" y="5391360"/>
            <a:ext cx="3741480" cy="539640"/>
          </a:xfrm>
          <a:prstGeom prst="rect">
            <a:avLst/>
          </a:prstGeom>
          <a:ln>
            <a:noFill/>
          </a:ln>
        </p:spPr>
      </p:pic>
      <p:sp>
        <p:nvSpPr>
          <p:cNvPr id="278" name="CustomShape 1"/>
          <p:cNvSpPr/>
          <p:nvPr/>
        </p:nvSpPr>
        <p:spPr>
          <a:xfrm>
            <a:off x="1023480" y="3530880"/>
            <a:ext cx="4152960" cy="4561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400" spc="-1" strike="noStrike">
                <a:solidFill>
                  <a:srgbClr val="ffffff"/>
                </a:solidFill>
                <a:latin typeface="Arial"/>
                <a:ea typeface="DejaVu Sans"/>
              </a:rPr>
              <a:t>Manipulating the Location</a:t>
            </a:r>
            <a:endParaRPr b="0" lang="en-US" sz="2400" spc="-1" strike="noStrike">
              <a:latin typeface="Arial"/>
            </a:endParaRPr>
          </a:p>
        </p:txBody>
      </p:sp>
      <p:sp>
        <p:nvSpPr>
          <p:cNvPr id="279" name="CustomShape 2"/>
          <p:cNvSpPr/>
          <p:nvPr/>
        </p:nvSpPr>
        <p:spPr>
          <a:xfrm>
            <a:off x="1023480" y="3972960"/>
            <a:ext cx="10779120" cy="639000"/>
          </a:xfrm>
          <a:prstGeom prst="rect">
            <a:avLst/>
          </a:prstGeom>
          <a:noFill/>
          <a:ln>
            <a:noFill/>
          </a:ln>
        </p:spPr>
        <p:style>
          <a:lnRef idx="0"/>
          <a:fillRef idx="0"/>
          <a:effectRef idx="0"/>
          <a:fontRef idx="minor"/>
        </p:style>
        <p:txBody>
          <a:bodyPr lIns="90000" rIns="90000" tIns="45000" bIns="45000">
            <a:sp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The browser location can be changed in a number of ways using the location object. The first, and most common, way is to use the assign() method and pass in a URL, as in the following example:</a:t>
            </a:r>
            <a:endParaRPr b="0" lang="en-US" sz="1800" spc="-1" strike="noStrike">
              <a:latin typeface="Arial"/>
            </a:endParaRPr>
          </a:p>
        </p:txBody>
      </p:sp>
      <p:pic>
        <p:nvPicPr>
          <p:cNvPr id="280" name="Рисунок 5" descr=""/>
          <p:cNvPicPr/>
          <p:nvPr/>
        </p:nvPicPr>
        <p:blipFill>
          <a:blip r:embed="rId3"/>
          <a:stretch/>
        </p:blipFill>
        <p:spPr>
          <a:xfrm>
            <a:off x="1023480" y="4752720"/>
            <a:ext cx="3741480" cy="418320"/>
          </a:xfrm>
          <a:prstGeom prst="rect">
            <a:avLst/>
          </a:prstGeom>
          <a:ln>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CustomShape 1"/>
          <p:cNvSpPr/>
          <p:nvPr/>
        </p:nvSpPr>
        <p:spPr>
          <a:xfrm>
            <a:off x="690480" y="1199160"/>
            <a:ext cx="10809720" cy="1005840"/>
          </a:xfrm>
          <a:prstGeom prst="rect">
            <a:avLst/>
          </a:prstGeom>
          <a:noFill/>
          <a:ln>
            <a:noFill/>
          </a:ln>
        </p:spPr>
        <p:style>
          <a:lnRef idx="0"/>
          <a:fillRef idx="0"/>
          <a:effectRef idx="0"/>
          <a:fontRef idx="minor"/>
        </p:style>
        <p:txBody>
          <a:bodyPr lIns="90000" rIns="90000" tIns="45000" bIns="45000">
            <a:noAutofit/>
          </a:bodyPr>
          <a:p>
            <a:pPr algn="just">
              <a:lnSpc>
                <a:spcPct val="100000"/>
              </a:lnSpc>
            </a:pPr>
            <a:endParaRPr b="0" lang="en-US" sz="1800" spc="-1" strike="noStrike">
              <a:latin typeface="Arial"/>
            </a:endParaRPr>
          </a:p>
          <a:p>
            <a:pPr algn="just">
              <a:lnSpc>
                <a:spcPct val="100000"/>
              </a:lnSpc>
            </a:pPr>
            <a:endParaRPr b="0" lang="en-US" sz="1800" spc="-1" strike="noStrike">
              <a:latin typeface="Arial"/>
            </a:endParaRPr>
          </a:p>
        </p:txBody>
      </p:sp>
      <p:sp>
        <p:nvSpPr>
          <p:cNvPr id="282" name="CustomShape 2"/>
          <p:cNvSpPr/>
          <p:nvPr/>
        </p:nvSpPr>
        <p:spPr>
          <a:xfrm>
            <a:off x="774720" y="822960"/>
            <a:ext cx="10999440" cy="137016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When the URL is changed using one of the previously mentioned approaches, an entry is made in the browser’s history stack so the user may click the Back button to navigate to the previous page. It is possible to disallow this behavior by using the replace() method. This method accepts a single argument, the URL to navigate to, but does not make an entry in the history stack. After calling replace() , the user cannot go back to the previous page.</a:t>
            </a:r>
            <a:endParaRPr b="0" lang="en-US" sz="1800" spc="-1" strike="noStrike">
              <a:latin typeface="Arial"/>
            </a:endParaRPr>
          </a:p>
        </p:txBody>
      </p:sp>
      <p:pic>
        <p:nvPicPr>
          <p:cNvPr id="283" name="Рисунок 237" descr=""/>
          <p:cNvPicPr/>
          <p:nvPr/>
        </p:nvPicPr>
        <p:blipFill>
          <a:blip r:embed="rId1"/>
          <a:stretch/>
        </p:blipFill>
        <p:spPr>
          <a:xfrm>
            <a:off x="912960" y="2286000"/>
            <a:ext cx="6401880" cy="942120"/>
          </a:xfrm>
          <a:prstGeom prst="rect">
            <a:avLst/>
          </a:prstGeom>
          <a:ln>
            <a:noFill/>
          </a:ln>
        </p:spPr>
      </p:pic>
      <p:pic>
        <p:nvPicPr>
          <p:cNvPr id="284" name="Рисунок 238" descr=""/>
          <p:cNvPicPr/>
          <p:nvPr/>
        </p:nvPicPr>
        <p:blipFill>
          <a:blip r:embed="rId2"/>
          <a:stretch/>
        </p:blipFill>
        <p:spPr>
          <a:xfrm>
            <a:off x="912960" y="3228480"/>
            <a:ext cx="6381000" cy="1237680"/>
          </a:xfrm>
          <a:prstGeom prst="rect">
            <a:avLst/>
          </a:prstGeom>
          <a:ln>
            <a:noFill/>
          </a:ln>
        </p:spPr>
      </p:pic>
      <p:pic>
        <p:nvPicPr>
          <p:cNvPr id="285" name="Рисунок 239" descr=""/>
          <p:cNvPicPr/>
          <p:nvPr/>
        </p:nvPicPr>
        <p:blipFill>
          <a:blip r:embed="rId3"/>
          <a:stretch/>
        </p:blipFill>
        <p:spPr>
          <a:xfrm>
            <a:off x="774720" y="6035040"/>
            <a:ext cx="4818960" cy="475560"/>
          </a:xfrm>
          <a:prstGeom prst="rect">
            <a:avLst/>
          </a:prstGeom>
          <a:ln>
            <a:noFill/>
          </a:ln>
        </p:spPr>
      </p:pic>
      <p:sp>
        <p:nvSpPr>
          <p:cNvPr id="286" name="CustomShape 3"/>
          <p:cNvSpPr/>
          <p:nvPr/>
        </p:nvSpPr>
        <p:spPr>
          <a:xfrm>
            <a:off x="774720" y="4693680"/>
            <a:ext cx="10999440" cy="111420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The last method of location is reload() , which reloads the currently displayed page. When reload() is called with no argument, the page is reloaded in the most efficient way possible, which is to say that the page may be reloaded from the browser cache if it hasn’t changed since the last request. To force a reload from the server, pass in true as an argument like this:</a:t>
            </a:r>
            <a:endParaRPr b="0" lang="en-US" sz="1800" spc="-1" strike="noStrike">
              <a:latin typeface="Arial"/>
            </a:endParaRPr>
          </a:p>
        </p:txBody>
      </p:sp>
      <p:sp>
        <p:nvSpPr>
          <p:cNvPr id="287" name="CustomShape 4"/>
          <p:cNvSpPr/>
          <p:nvPr/>
        </p:nvSpPr>
        <p:spPr>
          <a:xfrm>
            <a:off x="2711520" y="314640"/>
            <a:ext cx="6098040" cy="106524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3200" spc="-1" strike="noStrike">
                <a:solidFill>
                  <a:srgbClr val="ffffff"/>
                </a:solidFill>
                <a:latin typeface="Arial"/>
                <a:ea typeface="DejaVu Sans"/>
              </a:rPr>
              <a:t>THE LOCATION OBJECT</a:t>
            </a:r>
            <a:endParaRPr b="0" lang="en-US" sz="3200" spc="-1" strike="noStrike">
              <a:latin typeface="Arial"/>
            </a:endParaRPr>
          </a:p>
          <a:p>
            <a:pPr algn="ctr">
              <a:lnSpc>
                <a:spcPct val="100000"/>
              </a:lnSpc>
            </a:pP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CustomShape 1"/>
          <p:cNvSpPr/>
          <p:nvPr/>
        </p:nvSpPr>
        <p:spPr>
          <a:xfrm>
            <a:off x="685800" y="685800"/>
            <a:ext cx="10815840" cy="681120"/>
          </a:xfrm>
          <a:prstGeom prst="rect">
            <a:avLst/>
          </a:prstGeom>
          <a:noFill/>
          <a:ln>
            <a:noFill/>
          </a:ln>
        </p:spPr>
        <p:style>
          <a:lnRef idx="0"/>
          <a:fillRef idx="0"/>
          <a:effectRef idx="0"/>
          <a:fontRef idx="minor"/>
        </p:style>
      </p:sp>
      <p:sp>
        <p:nvSpPr>
          <p:cNvPr id="289" name="CustomShape 2"/>
          <p:cNvSpPr/>
          <p:nvPr/>
        </p:nvSpPr>
        <p:spPr>
          <a:xfrm>
            <a:off x="685800" y="2057400"/>
            <a:ext cx="10815840" cy="3424320"/>
          </a:xfrm>
          <a:prstGeom prst="rect">
            <a:avLst/>
          </a:prstGeom>
          <a:noFill/>
          <a:ln>
            <a:noFill/>
          </a:ln>
        </p:spPr>
        <p:style>
          <a:lnRef idx="0"/>
          <a:fillRef idx="0"/>
          <a:effectRef idx="0"/>
          <a:fontRef idx="minor"/>
        </p:style>
      </p:sp>
      <p:sp>
        <p:nvSpPr>
          <p:cNvPr id="290" name="CustomShape 3"/>
          <p:cNvSpPr/>
          <p:nvPr/>
        </p:nvSpPr>
        <p:spPr>
          <a:xfrm>
            <a:off x="779040" y="82080"/>
            <a:ext cx="10557720" cy="73908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THE SCREEN OBJECT</a:t>
            </a:r>
            <a:endParaRPr b="0" lang="en-US" sz="4400" spc="-1" strike="noStrike">
              <a:latin typeface="Arial"/>
            </a:endParaRPr>
          </a:p>
        </p:txBody>
      </p:sp>
      <p:sp>
        <p:nvSpPr>
          <p:cNvPr id="291" name="CustomShape 4"/>
          <p:cNvSpPr/>
          <p:nvPr/>
        </p:nvSpPr>
        <p:spPr>
          <a:xfrm>
            <a:off x="565920" y="894960"/>
            <a:ext cx="11180160" cy="162288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The screen object (also a property of window ) is one of the few JavaScript objects that have little</a:t>
            </a:r>
            <a:r>
              <a:rPr b="0" lang="en-US" sz="1800" spc="-1" strike="noStrike">
                <a:solidFill>
                  <a:srgbClr val="000000"/>
                </a:solidFill>
                <a:latin typeface="Arial"/>
                <a:ea typeface="DejaVu Sans"/>
              </a:rPr>
              <a:t> </a:t>
            </a:r>
            <a:r>
              <a:rPr b="0" lang="en-US" sz="1800" spc="-1" strike="noStrike">
                <a:solidFill>
                  <a:srgbClr val="ffffff"/>
                </a:solidFill>
                <a:latin typeface="Arial"/>
                <a:ea typeface="DejaVu Sans"/>
              </a:rPr>
              <a:t>to no programmatic use; it is used purely as an indication of client capabilities. This object provides</a:t>
            </a:r>
            <a:r>
              <a:rPr b="0" lang="en-US" sz="1800" spc="-1" strike="noStrike">
                <a:solidFill>
                  <a:srgbClr val="000000"/>
                </a:solidFill>
                <a:latin typeface="Arial"/>
                <a:ea typeface="DejaVu Sans"/>
              </a:rPr>
              <a:t> </a:t>
            </a:r>
            <a:r>
              <a:rPr b="0" lang="en-US" sz="1800" spc="-1" strike="noStrike">
                <a:solidFill>
                  <a:srgbClr val="ffffff"/>
                </a:solidFill>
                <a:latin typeface="Arial"/>
                <a:ea typeface="DejaVu Sans"/>
              </a:rPr>
              <a:t>information about the client’s display outside the browser window, including information such as</a:t>
            </a:r>
            <a:r>
              <a:rPr b="0" lang="en-US" sz="1800" spc="-1" strike="noStrike">
                <a:solidFill>
                  <a:srgbClr val="000000"/>
                </a:solidFill>
                <a:latin typeface="Arial"/>
                <a:ea typeface="DejaVu Sans"/>
              </a:rPr>
              <a:t> </a:t>
            </a:r>
            <a:r>
              <a:rPr b="0" lang="en-US" sz="1800" spc="-1" strike="noStrike">
                <a:solidFill>
                  <a:srgbClr val="ffffff"/>
                </a:solidFill>
                <a:latin typeface="Arial"/>
                <a:ea typeface="DejaVu Sans"/>
              </a:rPr>
              <a:t>pixel width and height. Each browser provides different properties on the screen object. The following table describes each of the properties.</a:t>
            </a:r>
            <a:endParaRPr b="0" lang="en-US" sz="1800" spc="-1" strike="noStrike">
              <a:latin typeface="Arial"/>
            </a:endParaRPr>
          </a:p>
        </p:txBody>
      </p:sp>
      <p:pic>
        <p:nvPicPr>
          <p:cNvPr id="292" name="Рисунок 245" descr=""/>
          <p:cNvPicPr/>
          <p:nvPr/>
        </p:nvPicPr>
        <p:blipFill>
          <a:blip r:embed="rId1"/>
          <a:stretch/>
        </p:blipFill>
        <p:spPr>
          <a:xfrm>
            <a:off x="685800" y="2820240"/>
            <a:ext cx="7085880" cy="3142440"/>
          </a:xfrm>
          <a:prstGeom prst="rect">
            <a:avLst/>
          </a:prstGeom>
          <a:ln>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CustomShape 1"/>
          <p:cNvSpPr/>
          <p:nvPr/>
        </p:nvSpPr>
        <p:spPr>
          <a:xfrm>
            <a:off x="685800" y="685800"/>
            <a:ext cx="10815840" cy="681120"/>
          </a:xfrm>
          <a:prstGeom prst="rect">
            <a:avLst/>
          </a:prstGeom>
          <a:noFill/>
          <a:ln>
            <a:noFill/>
          </a:ln>
        </p:spPr>
        <p:style>
          <a:lnRef idx="0"/>
          <a:fillRef idx="0"/>
          <a:effectRef idx="0"/>
          <a:fontRef idx="minor"/>
        </p:style>
      </p:sp>
      <p:sp>
        <p:nvSpPr>
          <p:cNvPr id="294" name="CustomShape 2"/>
          <p:cNvSpPr/>
          <p:nvPr/>
        </p:nvSpPr>
        <p:spPr>
          <a:xfrm>
            <a:off x="564120" y="1005840"/>
            <a:ext cx="10937520" cy="9133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ffffff"/>
                </a:solidFill>
                <a:latin typeface="Arial"/>
                <a:ea typeface="DejaVu Sans"/>
              </a:rPr>
              <a:t>The history object represents the user’s navigation history since the given window was first used.</a:t>
            </a:r>
            <a:r>
              <a:rPr b="0" lang="en-US" sz="1800" spc="-1" strike="noStrike">
                <a:solidFill>
                  <a:srgbClr val="000000"/>
                </a:solidFill>
                <a:latin typeface="Arial"/>
                <a:ea typeface="DejaVu Sans"/>
              </a:rPr>
              <a:t> </a:t>
            </a:r>
            <a:r>
              <a:rPr b="0" lang="en-US" sz="1800" spc="-1" strike="noStrike">
                <a:solidFill>
                  <a:srgbClr val="ffffff"/>
                </a:solidFill>
                <a:latin typeface="Arial"/>
                <a:ea typeface="DejaVu Sans"/>
              </a:rPr>
              <a:t>Because history is a property of window , each browser window object has its own history object</a:t>
            </a:r>
            <a:r>
              <a:rPr b="0" lang="en-US" sz="1800" spc="-1" strike="noStrike">
                <a:solidFill>
                  <a:srgbClr val="000000"/>
                </a:solidFill>
                <a:latin typeface="Arial"/>
                <a:ea typeface="DejaVu Sans"/>
              </a:rPr>
              <a:t> </a:t>
            </a:r>
            <a:r>
              <a:rPr b="0" lang="en-US" sz="1800" spc="-1" strike="noStrike">
                <a:solidFill>
                  <a:srgbClr val="ffffff"/>
                </a:solidFill>
                <a:latin typeface="Arial"/>
                <a:ea typeface="DejaVu Sans"/>
              </a:rPr>
              <a:t>relating specifically to that instance.</a:t>
            </a:r>
            <a:endParaRPr b="0" lang="en-US" sz="1800" spc="-1" strike="noStrike">
              <a:latin typeface="Arial"/>
            </a:endParaRPr>
          </a:p>
        </p:txBody>
      </p:sp>
      <p:sp>
        <p:nvSpPr>
          <p:cNvPr id="295" name="CustomShape 3"/>
          <p:cNvSpPr/>
          <p:nvPr/>
        </p:nvSpPr>
        <p:spPr>
          <a:xfrm>
            <a:off x="815040" y="196560"/>
            <a:ext cx="10557720" cy="73908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The History Object</a:t>
            </a:r>
            <a:endParaRPr b="0" lang="en-US" sz="4400" spc="-1" strike="noStrike">
              <a:latin typeface="Arial"/>
            </a:endParaRPr>
          </a:p>
        </p:txBody>
      </p:sp>
      <p:pic>
        <p:nvPicPr>
          <p:cNvPr id="296" name="Рисунок 250" descr=""/>
          <p:cNvPicPr/>
          <p:nvPr/>
        </p:nvPicPr>
        <p:blipFill>
          <a:blip r:embed="rId1"/>
          <a:stretch/>
        </p:blipFill>
        <p:spPr>
          <a:xfrm>
            <a:off x="685800" y="2561040"/>
            <a:ext cx="2485440" cy="1475640"/>
          </a:xfrm>
          <a:prstGeom prst="rect">
            <a:avLst/>
          </a:prstGeom>
          <a:ln>
            <a:noFill/>
          </a:ln>
        </p:spPr>
      </p:pic>
      <p:sp>
        <p:nvSpPr>
          <p:cNvPr id="297" name="CustomShape 4"/>
          <p:cNvSpPr/>
          <p:nvPr/>
        </p:nvSpPr>
        <p:spPr>
          <a:xfrm>
            <a:off x="534600" y="2019240"/>
            <a:ext cx="9597240" cy="3463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The go() method navigates through the user’s history in either direction, backward or forward.</a:t>
            </a:r>
            <a:endParaRPr b="0" lang="en-US" sz="1800" spc="-1" strike="noStrike">
              <a:latin typeface="Arial"/>
            </a:endParaRPr>
          </a:p>
        </p:txBody>
      </p:sp>
      <p:sp>
        <p:nvSpPr>
          <p:cNvPr id="298" name="CustomShape 5"/>
          <p:cNvSpPr/>
          <p:nvPr/>
        </p:nvSpPr>
        <p:spPr>
          <a:xfrm>
            <a:off x="564120" y="4232520"/>
            <a:ext cx="11069640" cy="6022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Two shortcut methods, back() and forward() , may be used in place of go() . As you might expect, these mimic the browser Back and Forward buttons as follows:</a:t>
            </a:r>
            <a:endParaRPr b="0" lang="en-US" sz="1800" spc="-1" strike="noStrike">
              <a:latin typeface="Arial"/>
            </a:endParaRPr>
          </a:p>
        </p:txBody>
      </p:sp>
      <p:pic>
        <p:nvPicPr>
          <p:cNvPr id="299" name="Рисунок 253" descr=""/>
          <p:cNvPicPr/>
          <p:nvPr/>
        </p:nvPicPr>
        <p:blipFill>
          <a:blip r:embed="rId2"/>
          <a:stretch/>
        </p:blipFill>
        <p:spPr>
          <a:xfrm>
            <a:off x="685800" y="5132160"/>
            <a:ext cx="2228040" cy="894600"/>
          </a:xfrm>
          <a:prstGeom prst="rect">
            <a:avLst/>
          </a:prstGeom>
          <a:ln>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CustomShape 1"/>
          <p:cNvSpPr/>
          <p:nvPr/>
        </p:nvSpPr>
        <p:spPr>
          <a:xfrm>
            <a:off x="685800" y="685800"/>
            <a:ext cx="10815840" cy="681120"/>
          </a:xfrm>
          <a:prstGeom prst="rect">
            <a:avLst/>
          </a:prstGeom>
          <a:noFill/>
          <a:ln>
            <a:noFill/>
          </a:ln>
        </p:spPr>
        <p:style>
          <a:lnRef idx="0"/>
          <a:fillRef idx="0"/>
          <a:effectRef idx="0"/>
          <a:fontRef idx="minor"/>
        </p:style>
      </p:sp>
      <p:sp>
        <p:nvSpPr>
          <p:cNvPr id="301" name="CustomShape 2"/>
          <p:cNvSpPr/>
          <p:nvPr/>
        </p:nvSpPr>
        <p:spPr>
          <a:xfrm>
            <a:off x="735840" y="2481120"/>
            <a:ext cx="10815840" cy="3424320"/>
          </a:xfrm>
          <a:prstGeom prst="rect">
            <a:avLst/>
          </a:prstGeom>
          <a:noFill/>
          <a:ln>
            <a:noFill/>
          </a:ln>
        </p:spPr>
        <p:style>
          <a:lnRef idx="0"/>
          <a:fillRef idx="0"/>
          <a:effectRef idx="0"/>
          <a:fontRef idx="minor"/>
        </p:style>
      </p:sp>
      <p:sp>
        <p:nvSpPr>
          <p:cNvPr id="302" name="CustomShape 3"/>
          <p:cNvSpPr/>
          <p:nvPr/>
        </p:nvSpPr>
        <p:spPr>
          <a:xfrm>
            <a:off x="731520" y="914400"/>
            <a:ext cx="10698120" cy="701280"/>
          </a:xfrm>
          <a:prstGeom prst="rect">
            <a:avLst/>
          </a:prstGeom>
          <a:noFill/>
          <a:ln>
            <a:noFill/>
          </a:ln>
        </p:spPr>
        <p:style>
          <a:lnRef idx="0"/>
          <a:fillRef idx="0"/>
          <a:effectRef idx="0"/>
          <a:fontRef idx="minor"/>
        </p:style>
        <p:txBody>
          <a:bodyPr lIns="90000" rIns="90000" tIns="45000" bIns="45000">
            <a:noAutofit/>
          </a:bodyPr>
          <a:p>
            <a:pPr marL="285840" indent="-285480">
              <a:lnSpc>
                <a:spcPct val="100000"/>
              </a:lnSpc>
              <a:buClr>
                <a:srgbClr val="ffffff"/>
              </a:buClr>
              <a:buFont typeface="Arial"/>
              <a:buChar char="•"/>
            </a:pPr>
            <a:r>
              <a:rPr b="1" lang="en-US" sz="1800" spc="-1" strike="noStrike">
                <a:solidFill>
                  <a:srgbClr val="ffffff"/>
                </a:solidFill>
                <a:latin typeface="Arial"/>
                <a:ea typeface="DejaVu Sans"/>
              </a:rPr>
              <a:t>When you click on a button,  you’re clicking not just on the button but also on its container and on the page as a whole.</a:t>
            </a:r>
            <a:endParaRPr b="0" lang="en-US" sz="1800" spc="-1" strike="noStrike">
              <a:latin typeface="Arial"/>
            </a:endParaRPr>
          </a:p>
        </p:txBody>
      </p:sp>
      <p:sp>
        <p:nvSpPr>
          <p:cNvPr id="303" name="CustomShape 4"/>
          <p:cNvSpPr/>
          <p:nvPr/>
        </p:nvSpPr>
        <p:spPr>
          <a:xfrm>
            <a:off x="2651760" y="367920"/>
            <a:ext cx="6090120" cy="637920"/>
          </a:xfrm>
          <a:prstGeom prst="rect">
            <a:avLst/>
          </a:prstGeom>
          <a:noFill/>
          <a:ln>
            <a:noFill/>
          </a:ln>
        </p:spPr>
        <p:style>
          <a:lnRef idx="0"/>
          <a:fillRef idx="0"/>
          <a:effectRef idx="0"/>
          <a:fontRef idx="minor"/>
        </p:style>
        <p:txBody>
          <a:bodyPr lIns="90000" rIns="90000" tIns="45000" bIns="45000">
            <a:spAutoFit/>
          </a:bodyPr>
          <a:p>
            <a:pPr algn="ctr">
              <a:lnSpc>
                <a:spcPct val="90000"/>
              </a:lnSpc>
            </a:pPr>
            <a:r>
              <a:rPr b="0" lang="en-US" sz="4000" spc="-1" strike="noStrike">
                <a:solidFill>
                  <a:srgbClr val="ffffff"/>
                </a:solidFill>
                <a:latin typeface="Proxima Nova Black"/>
                <a:ea typeface="DejaVu Sans"/>
              </a:rPr>
              <a:t>Event flow</a:t>
            </a:r>
            <a:endParaRPr b="0" lang="en-US" sz="4000" spc="-1" strike="noStrike">
              <a:latin typeface="Arial"/>
            </a:endParaRPr>
          </a:p>
        </p:txBody>
      </p:sp>
      <p:sp>
        <p:nvSpPr>
          <p:cNvPr id="304" name="CustomShape 5"/>
          <p:cNvSpPr/>
          <p:nvPr/>
        </p:nvSpPr>
        <p:spPr>
          <a:xfrm>
            <a:off x="774720" y="1920240"/>
            <a:ext cx="11202840" cy="85824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The Internet Explorer event flow is called event bubbling because an event is said to start at the most specific element (the deepest possible point in the document tree) and then flow upward toward the least specific node (the document). Consider the following HTML page:</a:t>
            </a:r>
            <a:endParaRPr b="0" lang="en-US" sz="1800" spc="-1" strike="noStrike">
              <a:latin typeface="Arial"/>
            </a:endParaRPr>
          </a:p>
        </p:txBody>
      </p:sp>
      <p:sp>
        <p:nvSpPr>
          <p:cNvPr id="305" name="CustomShape 6"/>
          <p:cNvSpPr/>
          <p:nvPr/>
        </p:nvSpPr>
        <p:spPr>
          <a:xfrm>
            <a:off x="731520" y="1566720"/>
            <a:ext cx="2178000" cy="346320"/>
          </a:xfrm>
          <a:prstGeom prst="rect">
            <a:avLst/>
          </a:prstGeom>
          <a:noFill/>
          <a:ln>
            <a:noFill/>
          </a:ln>
        </p:spPr>
        <p:style>
          <a:lnRef idx="0"/>
          <a:fillRef idx="0"/>
          <a:effectRef idx="0"/>
          <a:fontRef idx="minor"/>
        </p:style>
        <p:txBody>
          <a:bodyPr lIns="90000" rIns="90000" tIns="45000" bIns="45000">
            <a:noAutofit/>
          </a:bodyPr>
          <a:p>
            <a:pPr>
              <a:lnSpc>
                <a:spcPct val="100000"/>
              </a:lnSpc>
            </a:pPr>
            <a:r>
              <a:rPr b="1" lang="en-US" sz="2000" spc="-1" strike="noStrike">
                <a:solidFill>
                  <a:srgbClr val="ffffff"/>
                </a:solidFill>
                <a:latin typeface="Arial"/>
                <a:ea typeface="DejaVu Sans"/>
              </a:rPr>
              <a:t>Event Bubbling</a:t>
            </a:r>
            <a:endParaRPr b="0" lang="en-US" sz="2000" spc="-1" strike="noStrike">
              <a:latin typeface="Arial"/>
            </a:endParaRPr>
          </a:p>
        </p:txBody>
      </p:sp>
      <p:pic>
        <p:nvPicPr>
          <p:cNvPr id="306" name="Рисунок 260" descr=""/>
          <p:cNvPicPr/>
          <p:nvPr/>
        </p:nvPicPr>
        <p:blipFill>
          <a:blip r:embed="rId1"/>
          <a:stretch/>
        </p:blipFill>
        <p:spPr>
          <a:xfrm>
            <a:off x="731520" y="4576320"/>
            <a:ext cx="2666160" cy="2218680"/>
          </a:xfrm>
          <a:prstGeom prst="rect">
            <a:avLst/>
          </a:prstGeom>
          <a:ln>
            <a:noFill/>
          </a:ln>
        </p:spPr>
      </p:pic>
      <p:pic>
        <p:nvPicPr>
          <p:cNvPr id="307" name="Рисунок 261" descr=""/>
          <p:cNvPicPr/>
          <p:nvPr/>
        </p:nvPicPr>
        <p:blipFill>
          <a:blip r:embed="rId2"/>
          <a:stretch/>
        </p:blipFill>
        <p:spPr>
          <a:xfrm>
            <a:off x="731520" y="2896200"/>
            <a:ext cx="3371040" cy="1580400"/>
          </a:xfrm>
          <a:prstGeom prst="rect">
            <a:avLst/>
          </a:prstGeom>
          <a:ln>
            <a:noFill/>
          </a:ln>
        </p:spPr>
      </p:pic>
      <p:sp>
        <p:nvSpPr>
          <p:cNvPr id="308" name="CustomShape 7"/>
          <p:cNvSpPr/>
          <p:nvPr/>
        </p:nvSpPr>
        <p:spPr>
          <a:xfrm>
            <a:off x="4560480" y="2964600"/>
            <a:ext cx="2275920" cy="464040"/>
          </a:xfrm>
          <a:prstGeom prst="rect">
            <a:avLst/>
          </a:prstGeom>
          <a:noFill/>
          <a:ln>
            <a:noFill/>
          </a:ln>
        </p:spPr>
        <p:style>
          <a:lnRef idx="0"/>
          <a:fillRef idx="0"/>
          <a:effectRef idx="0"/>
          <a:fontRef idx="minor"/>
        </p:style>
        <p:txBody>
          <a:bodyPr lIns="90000" rIns="90000" tIns="45000" bIns="45000">
            <a:noAutofit/>
          </a:bodyPr>
          <a:p>
            <a:pPr>
              <a:lnSpc>
                <a:spcPct val="100000"/>
              </a:lnSpc>
            </a:pPr>
            <a:r>
              <a:rPr b="1" lang="en-US" sz="2000" spc="-1" strike="noStrike">
                <a:solidFill>
                  <a:srgbClr val="ffffff"/>
                </a:solidFill>
                <a:latin typeface="Arial"/>
                <a:ea typeface="DejaVu Sans"/>
              </a:rPr>
              <a:t>Event Capturing</a:t>
            </a:r>
            <a:endParaRPr b="0" lang="en-US" sz="2000" spc="-1" strike="noStrike">
              <a:latin typeface="Arial"/>
            </a:endParaRPr>
          </a:p>
        </p:txBody>
      </p:sp>
      <p:pic>
        <p:nvPicPr>
          <p:cNvPr id="309" name="Рисунок 263" descr=""/>
          <p:cNvPicPr/>
          <p:nvPr/>
        </p:nvPicPr>
        <p:blipFill>
          <a:blip r:embed="rId3"/>
          <a:stretch/>
        </p:blipFill>
        <p:spPr>
          <a:xfrm>
            <a:off x="4986000" y="4613400"/>
            <a:ext cx="2780640" cy="2161440"/>
          </a:xfrm>
          <a:prstGeom prst="rect">
            <a:avLst/>
          </a:prstGeom>
          <a:ln>
            <a:noFill/>
          </a:ln>
        </p:spPr>
      </p:pic>
      <p:sp>
        <p:nvSpPr>
          <p:cNvPr id="310" name="CustomShape 8"/>
          <p:cNvSpPr/>
          <p:nvPr/>
        </p:nvSpPr>
        <p:spPr>
          <a:xfrm>
            <a:off x="4560480" y="3347640"/>
            <a:ext cx="7256160" cy="162576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The theory of event capturing is that the least specific node should receive the event first and the most specific node should receive the event last. Event capturing was really designed to intercept the event before it reached the intended target.</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CustomShape 1"/>
          <p:cNvSpPr/>
          <p:nvPr/>
        </p:nvSpPr>
        <p:spPr>
          <a:xfrm>
            <a:off x="685800" y="2057400"/>
            <a:ext cx="1976400" cy="681120"/>
          </a:xfrm>
          <a:prstGeom prst="rect">
            <a:avLst/>
          </a:prstGeom>
          <a:noFill/>
          <a:ln>
            <a:noFill/>
          </a:ln>
        </p:spPr>
        <p:style>
          <a:lnRef idx="0"/>
          <a:fillRef idx="0"/>
          <a:effectRef idx="0"/>
          <a:fontRef idx="minor"/>
        </p:style>
      </p:sp>
      <p:sp>
        <p:nvSpPr>
          <p:cNvPr id="312" name="CustomShape 2"/>
          <p:cNvSpPr/>
          <p:nvPr/>
        </p:nvSpPr>
        <p:spPr>
          <a:xfrm>
            <a:off x="2895480" y="2057400"/>
            <a:ext cx="1976400" cy="681120"/>
          </a:xfrm>
          <a:prstGeom prst="rect">
            <a:avLst/>
          </a:prstGeom>
          <a:noFill/>
          <a:ln>
            <a:noFill/>
          </a:ln>
        </p:spPr>
        <p:style>
          <a:lnRef idx="0"/>
          <a:fillRef idx="0"/>
          <a:effectRef idx="0"/>
          <a:fontRef idx="minor"/>
        </p:style>
      </p:sp>
      <p:sp>
        <p:nvSpPr>
          <p:cNvPr id="313" name="CustomShape 3"/>
          <p:cNvSpPr/>
          <p:nvPr/>
        </p:nvSpPr>
        <p:spPr>
          <a:xfrm>
            <a:off x="5105520" y="2057400"/>
            <a:ext cx="1976400" cy="681120"/>
          </a:xfrm>
          <a:prstGeom prst="rect">
            <a:avLst/>
          </a:prstGeom>
          <a:noFill/>
          <a:ln>
            <a:noFill/>
          </a:ln>
        </p:spPr>
        <p:style>
          <a:lnRef idx="0"/>
          <a:fillRef idx="0"/>
          <a:effectRef idx="0"/>
          <a:fontRef idx="minor"/>
        </p:style>
      </p:sp>
      <p:sp>
        <p:nvSpPr>
          <p:cNvPr id="314" name="CustomShape 4"/>
          <p:cNvSpPr/>
          <p:nvPr/>
        </p:nvSpPr>
        <p:spPr>
          <a:xfrm>
            <a:off x="7315200" y="2057400"/>
            <a:ext cx="1976400" cy="681120"/>
          </a:xfrm>
          <a:prstGeom prst="rect">
            <a:avLst/>
          </a:prstGeom>
          <a:noFill/>
          <a:ln>
            <a:noFill/>
          </a:ln>
        </p:spPr>
        <p:style>
          <a:lnRef idx="0"/>
          <a:fillRef idx="0"/>
          <a:effectRef idx="0"/>
          <a:fontRef idx="minor"/>
        </p:style>
      </p:sp>
      <p:sp>
        <p:nvSpPr>
          <p:cNvPr id="315" name="CustomShape 5"/>
          <p:cNvSpPr/>
          <p:nvPr/>
        </p:nvSpPr>
        <p:spPr>
          <a:xfrm>
            <a:off x="9524880" y="2057400"/>
            <a:ext cx="1976400" cy="681120"/>
          </a:xfrm>
          <a:prstGeom prst="rect">
            <a:avLst/>
          </a:prstGeom>
          <a:noFill/>
          <a:ln>
            <a:noFill/>
          </a:ln>
        </p:spPr>
        <p:style>
          <a:lnRef idx="0"/>
          <a:fillRef idx="0"/>
          <a:effectRef idx="0"/>
          <a:fontRef idx="minor"/>
        </p:style>
      </p:sp>
      <p:sp>
        <p:nvSpPr>
          <p:cNvPr id="316" name="CustomShape 6"/>
          <p:cNvSpPr/>
          <p:nvPr/>
        </p:nvSpPr>
        <p:spPr>
          <a:xfrm>
            <a:off x="2141280" y="726840"/>
            <a:ext cx="7051680" cy="739080"/>
          </a:xfrm>
          <a:prstGeom prst="rect">
            <a:avLst/>
          </a:prstGeom>
          <a:noFill/>
          <a:ln>
            <a:noFill/>
          </a:ln>
        </p:spPr>
        <p:style>
          <a:lnRef idx="0"/>
          <a:fillRef idx="0"/>
          <a:effectRef idx="0"/>
          <a:fontRef idx="minor"/>
        </p:style>
      </p:sp>
      <p:sp>
        <p:nvSpPr>
          <p:cNvPr id="317" name="CustomShape 7"/>
          <p:cNvSpPr/>
          <p:nvPr/>
        </p:nvSpPr>
        <p:spPr>
          <a:xfrm>
            <a:off x="1519200" y="1744560"/>
            <a:ext cx="8295840" cy="1402920"/>
          </a:xfrm>
          <a:prstGeom prst="rect">
            <a:avLst/>
          </a:prstGeom>
          <a:noFill/>
          <a:ln>
            <a:noFill/>
          </a:ln>
        </p:spPr>
        <p:style>
          <a:lnRef idx="0"/>
          <a:fillRef idx="0"/>
          <a:effectRef idx="0"/>
          <a:fontRef idx="minor"/>
        </p:style>
      </p:sp>
      <p:sp>
        <p:nvSpPr>
          <p:cNvPr id="318" name="CustomShape 8"/>
          <p:cNvSpPr/>
          <p:nvPr/>
        </p:nvSpPr>
        <p:spPr>
          <a:xfrm>
            <a:off x="2834640" y="219600"/>
            <a:ext cx="6518160" cy="54792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0" lang="en-US" sz="3600" spc="-1" strike="noStrike">
                <a:solidFill>
                  <a:srgbClr val="ffffff"/>
                </a:solidFill>
                <a:latin typeface="Arial"/>
                <a:ea typeface="DejaVu Sans"/>
              </a:rPr>
              <a:t>DOM Event Flow</a:t>
            </a:r>
            <a:endParaRPr b="0" lang="en-US" sz="3600" spc="-1" strike="noStrike">
              <a:latin typeface="Arial"/>
            </a:endParaRPr>
          </a:p>
        </p:txBody>
      </p:sp>
      <p:pic>
        <p:nvPicPr>
          <p:cNvPr id="319" name="Рисунок 274" descr=""/>
          <p:cNvPicPr/>
          <p:nvPr/>
        </p:nvPicPr>
        <p:blipFill>
          <a:blip r:embed="rId1"/>
          <a:stretch/>
        </p:blipFill>
        <p:spPr>
          <a:xfrm>
            <a:off x="558360" y="1695960"/>
            <a:ext cx="4361760" cy="2342520"/>
          </a:xfrm>
          <a:prstGeom prst="rect">
            <a:avLst/>
          </a:prstGeom>
          <a:ln>
            <a:noFill/>
          </a:ln>
        </p:spPr>
      </p:pic>
      <p:sp>
        <p:nvSpPr>
          <p:cNvPr id="320" name="CustomShape 9"/>
          <p:cNvSpPr/>
          <p:nvPr/>
        </p:nvSpPr>
        <p:spPr>
          <a:xfrm>
            <a:off x="5129640" y="1695960"/>
            <a:ext cx="6347880" cy="281988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In the DOM event flow, the actual target (the &lt;div&gt; element) does not receive the event during the capturing phase. This means that the capturing phase moves from document to &lt;html&gt; to &lt;body&gt; and stops. The next phase is “at target,” which fires on the &lt;div&gt; and is considered to be part of the bubbling phase in terms of event handling. Then, the bubbling phase occurs and the event travels back up to the document.</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CustomShape 1"/>
          <p:cNvSpPr/>
          <p:nvPr/>
        </p:nvSpPr>
        <p:spPr>
          <a:xfrm>
            <a:off x="1616400" y="640080"/>
            <a:ext cx="10815840" cy="681120"/>
          </a:xfrm>
          <a:prstGeom prst="rect">
            <a:avLst/>
          </a:prstGeom>
          <a:noFill/>
          <a:ln>
            <a:noFill/>
          </a:ln>
        </p:spPr>
        <p:style>
          <a:lnRef idx="0"/>
          <a:fillRef idx="0"/>
          <a:effectRef idx="0"/>
          <a:fontRef idx="minor"/>
        </p:style>
      </p:sp>
      <p:sp>
        <p:nvSpPr>
          <p:cNvPr id="322" name="CustomShape 2"/>
          <p:cNvSpPr/>
          <p:nvPr/>
        </p:nvSpPr>
        <p:spPr>
          <a:xfrm>
            <a:off x="2282760" y="241920"/>
            <a:ext cx="7252920" cy="63900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3600" spc="-1" strike="noStrike">
                <a:solidFill>
                  <a:srgbClr val="ffffff"/>
                </a:solidFill>
                <a:latin typeface="Arial"/>
                <a:ea typeface="DejaVu Sans"/>
              </a:rPr>
              <a:t>EVENT HANDLERS</a:t>
            </a:r>
            <a:endParaRPr b="0" lang="en-US" sz="3600" spc="-1" strike="noStrike">
              <a:latin typeface="Arial"/>
            </a:endParaRPr>
          </a:p>
        </p:txBody>
      </p:sp>
      <p:sp>
        <p:nvSpPr>
          <p:cNvPr id="323" name="CustomShape 3"/>
          <p:cNvSpPr/>
          <p:nvPr/>
        </p:nvSpPr>
        <p:spPr>
          <a:xfrm>
            <a:off x="502200" y="1097280"/>
            <a:ext cx="11107080" cy="159516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Events are certain actions performed either by the user or by the browser itself. These events have names like click , load , and mouseover . A function that is called in response to an event is called an event handler (or an event listener). Event handlers have names beginning with "on" , so an event handler for the click event is called onclick and an event handler for the load event is called onload . Assigning event handlers can be accomplished in a number of different ways.</a:t>
            </a:r>
            <a:endParaRPr b="0" lang="en-US" sz="1800" spc="-1" strike="noStrike">
              <a:latin typeface="Arial"/>
            </a:endParaRPr>
          </a:p>
        </p:txBody>
      </p:sp>
      <p:sp>
        <p:nvSpPr>
          <p:cNvPr id="324" name="CustomShape 4"/>
          <p:cNvSpPr/>
          <p:nvPr/>
        </p:nvSpPr>
        <p:spPr>
          <a:xfrm>
            <a:off x="587520" y="2692800"/>
            <a:ext cx="2976120" cy="378360"/>
          </a:xfrm>
          <a:prstGeom prst="rect">
            <a:avLst/>
          </a:prstGeom>
          <a:noFill/>
          <a:ln>
            <a:noFill/>
          </a:ln>
        </p:spPr>
        <p:style>
          <a:lnRef idx="0"/>
          <a:fillRef idx="0"/>
          <a:effectRef idx="0"/>
          <a:fontRef idx="minor"/>
        </p:style>
        <p:txBody>
          <a:bodyPr lIns="90000" rIns="90000" tIns="45000" bIns="45000">
            <a:noAutofit/>
          </a:bodyPr>
          <a:p>
            <a:pPr>
              <a:lnSpc>
                <a:spcPct val="100000"/>
              </a:lnSpc>
            </a:pPr>
            <a:r>
              <a:rPr b="1" lang="en-US" sz="2000" spc="-1" strike="noStrike">
                <a:solidFill>
                  <a:srgbClr val="ffffff"/>
                </a:solidFill>
                <a:latin typeface="Arial"/>
                <a:ea typeface="DejaVu Sans"/>
              </a:rPr>
              <a:t>HTML Event Handlers</a:t>
            </a:r>
            <a:endParaRPr b="0" lang="en-US" sz="2000" spc="-1" strike="noStrike">
              <a:latin typeface="Arial"/>
            </a:endParaRPr>
          </a:p>
        </p:txBody>
      </p:sp>
      <p:sp>
        <p:nvSpPr>
          <p:cNvPr id="325" name="CustomShape 5"/>
          <p:cNvSpPr/>
          <p:nvPr/>
        </p:nvSpPr>
        <p:spPr>
          <a:xfrm>
            <a:off x="587520" y="3140280"/>
            <a:ext cx="11021760" cy="602280"/>
          </a:xfrm>
          <a:prstGeom prst="rect">
            <a:avLst/>
          </a:prstGeom>
          <a:noFill/>
          <a:ln>
            <a:noFill/>
          </a:ln>
        </p:spPr>
        <p:style>
          <a:lnRef idx="0"/>
          <a:fillRef idx="0"/>
          <a:effectRef idx="0"/>
          <a:fontRef idx="minor"/>
        </p:style>
        <p:txBody>
          <a:bodyPr lIns="90000" rIns="90000" tIns="45000" bIns="45000">
            <a:noAutofit/>
          </a:bodyPr>
          <a:p>
            <a:pPr marL="285840" indent="-285480">
              <a:lnSpc>
                <a:spcPct val="100000"/>
              </a:lnSpc>
              <a:buClr>
                <a:srgbClr val="ffffff"/>
              </a:buClr>
              <a:buFont typeface="Arial"/>
              <a:buChar char="•"/>
            </a:pPr>
            <a:r>
              <a:rPr b="0" lang="en-US" sz="1800" spc="-1" strike="noStrike">
                <a:solidFill>
                  <a:srgbClr val="ffffff"/>
                </a:solidFill>
                <a:latin typeface="Arial"/>
                <a:ea typeface="DejaVu Sans"/>
              </a:rPr>
              <a:t>Each event supported by a particular element can be assigned using an HTML attribute with the name of the event handler.</a:t>
            </a:r>
            <a:endParaRPr b="0" lang="en-US" sz="1800" spc="-1" strike="noStrike">
              <a:latin typeface="Arial"/>
            </a:endParaRPr>
          </a:p>
        </p:txBody>
      </p:sp>
      <p:pic>
        <p:nvPicPr>
          <p:cNvPr id="326" name="Рисунок 281" descr=""/>
          <p:cNvPicPr/>
          <p:nvPr/>
        </p:nvPicPr>
        <p:blipFill>
          <a:blip r:embed="rId1"/>
          <a:stretch/>
        </p:blipFill>
        <p:spPr>
          <a:xfrm>
            <a:off x="676440" y="4105440"/>
            <a:ext cx="6019200" cy="351720"/>
          </a:xfrm>
          <a:prstGeom prst="rect">
            <a:avLst/>
          </a:prstGeom>
          <a:ln>
            <a:noFill/>
          </a:ln>
        </p:spPr>
      </p:pic>
      <p:pic>
        <p:nvPicPr>
          <p:cNvPr id="327" name="Рисунок 282" descr=""/>
          <p:cNvPicPr/>
          <p:nvPr/>
        </p:nvPicPr>
        <p:blipFill>
          <a:blip r:embed="rId2"/>
          <a:stretch/>
        </p:blipFill>
        <p:spPr>
          <a:xfrm>
            <a:off x="676440" y="4820400"/>
            <a:ext cx="5419080" cy="1170720"/>
          </a:xfrm>
          <a:prstGeom prst="rect">
            <a:avLst/>
          </a:prstGeom>
          <a:ln>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CustomShape 1"/>
          <p:cNvSpPr/>
          <p:nvPr/>
        </p:nvSpPr>
        <p:spPr>
          <a:xfrm>
            <a:off x="692280" y="323280"/>
            <a:ext cx="7354080" cy="6994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4000" spc="-1" strike="noStrike">
                <a:solidFill>
                  <a:srgbClr val="ffffff"/>
                </a:solidFill>
                <a:latin typeface="Arial"/>
                <a:ea typeface="DejaVu Sans"/>
              </a:rPr>
              <a:t>DOM Level 0 Event Handlers</a:t>
            </a:r>
            <a:endParaRPr b="0" lang="en-US" sz="4000" spc="-1" strike="noStrike">
              <a:latin typeface="Arial"/>
            </a:endParaRPr>
          </a:p>
        </p:txBody>
      </p:sp>
      <p:pic>
        <p:nvPicPr>
          <p:cNvPr id="329" name="Рисунок 284" descr=""/>
          <p:cNvPicPr/>
          <p:nvPr/>
        </p:nvPicPr>
        <p:blipFill>
          <a:blip r:embed="rId1"/>
          <a:stretch/>
        </p:blipFill>
        <p:spPr>
          <a:xfrm>
            <a:off x="692280" y="1946160"/>
            <a:ext cx="3780720" cy="751680"/>
          </a:xfrm>
          <a:prstGeom prst="rect">
            <a:avLst/>
          </a:prstGeom>
          <a:ln>
            <a:noFill/>
          </a:ln>
        </p:spPr>
      </p:pic>
      <p:pic>
        <p:nvPicPr>
          <p:cNvPr id="330" name="Рисунок 285" descr=""/>
          <p:cNvPicPr/>
          <p:nvPr/>
        </p:nvPicPr>
        <p:blipFill>
          <a:blip r:embed="rId2"/>
          <a:stretch/>
        </p:blipFill>
        <p:spPr>
          <a:xfrm>
            <a:off x="692280" y="4273200"/>
            <a:ext cx="3761640" cy="770760"/>
          </a:xfrm>
          <a:prstGeom prst="rect">
            <a:avLst/>
          </a:prstGeom>
          <a:ln>
            <a:noFill/>
          </a:ln>
        </p:spPr>
      </p:pic>
      <p:sp>
        <p:nvSpPr>
          <p:cNvPr id="331" name="CustomShape 2"/>
          <p:cNvSpPr/>
          <p:nvPr/>
        </p:nvSpPr>
        <p:spPr>
          <a:xfrm>
            <a:off x="548640" y="1134720"/>
            <a:ext cx="10929960" cy="699480"/>
          </a:xfrm>
          <a:prstGeom prst="rect">
            <a:avLst/>
          </a:prstGeom>
          <a:noFill/>
          <a:ln>
            <a:noFill/>
          </a:ln>
        </p:spPr>
        <p:style>
          <a:lnRef idx="0"/>
          <a:fillRef idx="0"/>
          <a:effectRef idx="0"/>
          <a:fontRef idx="minor"/>
        </p:style>
        <p:txBody>
          <a:bodyPr lIns="90000" rIns="90000" tIns="45000" bIns="45000">
            <a:noAutofit/>
          </a:bodyPr>
          <a:p>
            <a:pPr marL="285840" indent="-285480">
              <a:lnSpc>
                <a:spcPct val="100000"/>
              </a:lnSpc>
              <a:buClr>
                <a:srgbClr val="ffffff"/>
              </a:buClr>
              <a:buFont typeface="Arial"/>
              <a:buChar char="•"/>
            </a:pPr>
            <a:r>
              <a:rPr b="0" lang="en-US" sz="1800" spc="-1" strike="noStrike">
                <a:solidFill>
                  <a:srgbClr val="ffffff"/>
                </a:solidFill>
                <a:latin typeface="Arial"/>
                <a:ea typeface="DejaVu Sans"/>
              </a:rPr>
              <a:t>The traditional way of assigning event handlers in JavaScript is to assign a function to an event handler property.</a:t>
            </a:r>
            <a:endParaRPr b="0" lang="en-US" sz="1800" spc="-1" strike="noStrike">
              <a:latin typeface="Arial"/>
            </a:endParaRPr>
          </a:p>
        </p:txBody>
      </p:sp>
      <p:sp>
        <p:nvSpPr>
          <p:cNvPr id="332" name="CustomShape 3"/>
          <p:cNvSpPr/>
          <p:nvPr/>
        </p:nvSpPr>
        <p:spPr>
          <a:xfrm>
            <a:off x="351000" y="2926080"/>
            <a:ext cx="11340000" cy="102636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When assigning event handlers using the DOM Level 0 method, the event handler is considered to be a method of the element. The event handler, therefore, is run within the scope of element, meaning that this is equivalent to the element. The value of this is demonstrated in the following example:</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CustomShape 1"/>
          <p:cNvSpPr/>
          <p:nvPr/>
        </p:nvSpPr>
        <p:spPr>
          <a:xfrm>
            <a:off x="0" y="217440"/>
            <a:ext cx="8503560" cy="6994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4000" spc="-1" strike="noStrike">
                <a:solidFill>
                  <a:srgbClr val="ffffff"/>
                </a:solidFill>
                <a:latin typeface="Arial"/>
                <a:ea typeface="DejaVu Sans"/>
              </a:rPr>
              <a:t>DOM Level 2 Event Handlers</a:t>
            </a:r>
            <a:endParaRPr b="0" lang="en-US" sz="4000" spc="-1" strike="noStrike">
              <a:latin typeface="Arial"/>
            </a:endParaRPr>
          </a:p>
        </p:txBody>
      </p:sp>
      <p:sp>
        <p:nvSpPr>
          <p:cNvPr id="334" name="CustomShape 2"/>
          <p:cNvSpPr/>
          <p:nvPr/>
        </p:nvSpPr>
        <p:spPr>
          <a:xfrm>
            <a:off x="548640" y="1097280"/>
            <a:ext cx="10341000" cy="108396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DOM Level 2 Events define two methods to deal with the assignment and removal of event handlers: addEventListener() and removeEventListener() . The major advantage to using the DOM Level 2 method for adding event handlers is that multiple event handlers can be added.</a:t>
            </a:r>
            <a:endParaRPr b="0" lang="en-US" sz="1800" spc="-1" strike="noStrike">
              <a:latin typeface="Arial"/>
            </a:endParaRPr>
          </a:p>
          <a:p>
            <a:pPr algn="just">
              <a:lnSpc>
                <a:spcPct val="100000"/>
              </a:lnSpc>
            </a:pPr>
            <a:endParaRPr b="0" lang="en-US" sz="1800" spc="-1" strike="noStrike">
              <a:latin typeface="Arial"/>
            </a:endParaRPr>
          </a:p>
        </p:txBody>
      </p:sp>
      <p:pic>
        <p:nvPicPr>
          <p:cNvPr id="335" name="Рисунок 290" descr=""/>
          <p:cNvPicPr/>
          <p:nvPr/>
        </p:nvPicPr>
        <p:blipFill>
          <a:blip r:embed="rId1"/>
          <a:stretch/>
        </p:blipFill>
        <p:spPr>
          <a:xfrm>
            <a:off x="662040" y="2199240"/>
            <a:ext cx="3647520" cy="1247040"/>
          </a:xfrm>
          <a:prstGeom prst="rect">
            <a:avLst/>
          </a:prstGeom>
          <a:ln>
            <a:noFill/>
          </a:ln>
        </p:spPr>
      </p:pic>
      <p:pic>
        <p:nvPicPr>
          <p:cNvPr id="336" name="Рисунок 292" descr=""/>
          <p:cNvPicPr/>
          <p:nvPr/>
        </p:nvPicPr>
        <p:blipFill>
          <a:blip r:embed="rId2"/>
          <a:stretch/>
        </p:blipFill>
        <p:spPr>
          <a:xfrm>
            <a:off x="662040" y="4629960"/>
            <a:ext cx="5056920" cy="1599480"/>
          </a:xfrm>
          <a:prstGeom prst="rect">
            <a:avLst/>
          </a:prstGeom>
          <a:ln>
            <a:noFill/>
          </a:ln>
        </p:spPr>
      </p:pic>
      <p:sp>
        <p:nvSpPr>
          <p:cNvPr id="337" name="CustomShape 3"/>
          <p:cNvSpPr/>
          <p:nvPr/>
        </p:nvSpPr>
        <p:spPr>
          <a:xfrm>
            <a:off x="662040" y="3609000"/>
            <a:ext cx="11208600" cy="858240"/>
          </a:xfrm>
          <a:prstGeom prst="rect">
            <a:avLst/>
          </a:prstGeom>
          <a:noFill/>
          <a:ln>
            <a:noFill/>
          </a:ln>
        </p:spPr>
        <p:style>
          <a:lnRef idx="0"/>
          <a:fillRef idx="0"/>
          <a:effectRef idx="0"/>
          <a:fontRef idx="minor"/>
        </p:style>
        <p:txBody>
          <a:bodyPr lIns="90000" rIns="90000" tIns="45000" bIns="45000">
            <a:noAutofit/>
          </a:bodyPr>
          <a:p>
            <a:pPr marL="285840" indent="-285480">
              <a:lnSpc>
                <a:spcPct val="100000"/>
              </a:lnSpc>
              <a:buClr>
                <a:srgbClr val="ffffff"/>
              </a:buClr>
              <a:buFont typeface="Arial"/>
              <a:buChar char="•"/>
            </a:pPr>
            <a:r>
              <a:rPr b="0" lang="en-US" sz="1800" spc="-1" strike="noStrike">
                <a:solidFill>
                  <a:srgbClr val="ffffff"/>
                </a:solidFill>
                <a:latin typeface="Arial"/>
                <a:ea typeface="DejaVu Sans"/>
              </a:rPr>
              <a:t>The event handler function passed into removeEventListener() must be the same one that was used in addEventListener() , as in this example:</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CustomShape 1"/>
          <p:cNvSpPr/>
          <p:nvPr/>
        </p:nvSpPr>
        <p:spPr>
          <a:xfrm>
            <a:off x="3048480" y="483120"/>
            <a:ext cx="6094800" cy="69912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4000" spc="-1" strike="noStrike">
                <a:solidFill>
                  <a:srgbClr val="ffffff"/>
                </a:solidFill>
                <a:latin typeface="Arial"/>
                <a:ea typeface="DejaVu Sans"/>
              </a:rPr>
              <a:t>THE EVENT OBJECT</a:t>
            </a:r>
            <a:endParaRPr b="0" lang="en-US" sz="4000" spc="-1" strike="noStrike">
              <a:latin typeface="Arial"/>
            </a:endParaRPr>
          </a:p>
        </p:txBody>
      </p:sp>
      <p:sp>
        <p:nvSpPr>
          <p:cNvPr id="339" name="CustomShape 2"/>
          <p:cNvSpPr/>
          <p:nvPr/>
        </p:nvSpPr>
        <p:spPr>
          <a:xfrm>
            <a:off x="532800" y="1317960"/>
            <a:ext cx="11125800" cy="111420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When an event related to the DOM is fired, all of the relevant information is gathered and stored on an object called event . This object contains basic information such as the element that caused the event, the type of event that occurred, and any other data that may be relevant to the particular event.</a:t>
            </a:r>
            <a:endParaRPr b="0" lang="en-US" sz="1800" spc="-1" strike="noStrike">
              <a:latin typeface="Arial"/>
            </a:endParaRPr>
          </a:p>
        </p:txBody>
      </p:sp>
      <p:pic>
        <p:nvPicPr>
          <p:cNvPr id="340" name="Рисунок 296" descr=""/>
          <p:cNvPicPr/>
          <p:nvPr/>
        </p:nvPicPr>
        <p:blipFill>
          <a:blip r:embed="rId1"/>
          <a:stretch/>
        </p:blipFill>
        <p:spPr>
          <a:xfrm>
            <a:off x="4038840" y="2882520"/>
            <a:ext cx="4114080" cy="3142440"/>
          </a:xfrm>
          <a:prstGeom prst="rect">
            <a:avLst/>
          </a:prstGeom>
          <a:ln>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CustomShape 1"/>
          <p:cNvSpPr/>
          <p:nvPr/>
        </p:nvSpPr>
        <p:spPr>
          <a:xfrm>
            <a:off x="675360" y="913320"/>
            <a:ext cx="11155320" cy="751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The preventDefault() method is used to prevent the default action of a particular event. The default behavior of a link, for example, is to navigate to the URL specified in its href attribute when clicked.</a:t>
            </a:r>
            <a:endParaRPr b="0" lang="en-US" sz="1800" spc="-1" strike="noStrike">
              <a:latin typeface="Arial"/>
            </a:endParaRPr>
          </a:p>
        </p:txBody>
      </p:sp>
      <p:pic>
        <p:nvPicPr>
          <p:cNvPr id="342" name="Рисунок 298" descr=""/>
          <p:cNvPicPr/>
          <p:nvPr/>
        </p:nvPicPr>
        <p:blipFill>
          <a:blip r:embed="rId1"/>
          <a:stretch/>
        </p:blipFill>
        <p:spPr>
          <a:xfrm>
            <a:off x="773640" y="1847160"/>
            <a:ext cx="3980880" cy="751680"/>
          </a:xfrm>
          <a:prstGeom prst="rect">
            <a:avLst/>
          </a:prstGeom>
          <a:ln>
            <a:noFill/>
          </a:ln>
        </p:spPr>
      </p:pic>
      <p:sp>
        <p:nvSpPr>
          <p:cNvPr id="343" name="CustomShape 2"/>
          <p:cNvSpPr/>
          <p:nvPr/>
        </p:nvSpPr>
        <p:spPr>
          <a:xfrm>
            <a:off x="675360" y="2962440"/>
            <a:ext cx="10841040" cy="1250280"/>
          </a:xfrm>
          <a:prstGeom prst="rect">
            <a:avLst/>
          </a:prstGeom>
          <a:noFill/>
          <a:ln>
            <a:noFill/>
          </a:ln>
        </p:spPr>
        <p:style>
          <a:lnRef idx="0"/>
          <a:fillRef idx="0"/>
          <a:effectRef idx="0"/>
          <a:fontRef idx="minor"/>
        </p:style>
        <p:txBody>
          <a:bodyPr lIns="90000" rIns="90000" tIns="45000" bIns="45000">
            <a:noAutofit/>
          </a:bodyPr>
          <a:p>
            <a:pPr algn="just">
              <a:lnSpc>
                <a:spcPct val="100000"/>
              </a:lnSpc>
            </a:pPr>
            <a:r>
              <a:rPr b="0" lang="en-US" sz="1800" spc="-1" strike="noStrike">
                <a:solidFill>
                  <a:srgbClr val="ffffff"/>
                </a:solidFill>
                <a:latin typeface="Arial"/>
                <a:ea typeface="DejaVu Sans"/>
              </a:rPr>
              <a:t>The stopPropagation() method stops the flow of an event through the DOM structure immediately, canceling any further event capturing or bubbling before it occurs. For example, an event handler added directly to a button can call stopPropagation() to prevent an event handler on document.body from being fired, as shown in the following example:</a:t>
            </a:r>
            <a:endParaRPr b="0" lang="en-US" sz="1800" spc="-1" strike="noStrike">
              <a:latin typeface="Arial"/>
            </a:endParaRPr>
          </a:p>
        </p:txBody>
      </p:sp>
      <p:pic>
        <p:nvPicPr>
          <p:cNvPr id="344" name="Рисунок 300" descr=""/>
          <p:cNvPicPr/>
          <p:nvPr/>
        </p:nvPicPr>
        <p:blipFill>
          <a:blip r:embed="rId2"/>
          <a:stretch/>
        </p:blipFill>
        <p:spPr>
          <a:xfrm>
            <a:off x="773640" y="4509360"/>
            <a:ext cx="3704400" cy="1580400"/>
          </a:xfrm>
          <a:prstGeom prst="rect">
            <a:avLst/>
          </a:prstGeom>
          <a:ln>
            <a:noFill/>
          </a:ln>
        </p:spPr>
      </p:pic>
      <p:sp>
        <p:nvSpPr>
          <p:cNvPr id="345" name="CustomShape 3"/>
          <p:cNvSpPr/>
          <p:nvPr/>
        </p:nvSpPr>
        <p:spPr>
          <a:xfrm>
            <a:off x="3048480" y="213840"/>
            <a:ext cx="6094800" cy="69912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4000" spc="-1" strike="noStrike">
                <a:solidFill>
                  <a:srgbClr val="ffffff"/>
                </a:solidFill>
                <a:latin typeface="Arial"/>
                <a:ea typeface="DejaVu Sans"/>
              </a:rPr>
              <a:t>THE EVENT OBJECT</a:t>
            </a:r>
            <a:endParaRPr b="0" lang="en-US" sz="40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CustomShape 1"/>
          <p:cNvSpPr/>
          <p:nvPr/>
        </p:nvSpPr>
        <p:spPr>
          <a:xfrm>
            <a:off x="588240" y="491760"/>
            <a:ext cx="11014920" cy="69984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4000" spc="-1" strike="noStrike">
                <a:solidFill>
                  <a:srgbClr val="ffffff"/>
                </a:solidFill>
                <a:latin typeface="Arial"/>
                <a:ea typeface="DejaVu Sans"/>
              </a:rPr>
              <a:t>EVENT TYPES </a:t>
            </a:r>
            <a:endParaRPr b="0" lang="en-US" sz="4000" spc="-1" strike="noStrike">
              <a:latin typeface="Arial"/>
            </a:endParaRPr>
          </a:p>
        </p:txBody>
      </p:sp>
      <p:sp>
        <p:nvSpPr>
          <p:cNvPr id="347" name="CustomShape 2"/>
          <p:cNvSpPr/>
          <p:nvPr/>
        </p:nvSpPr>
        <p:spPr>
          <a:xfrm>
            <a:off x="1081080" y="1704600"/>
            <a:ext cx="10381320" cy="3846600"/>
          </a:xfrm>
          <a:prstGeom prst="rect">
            <a:avLst/>
          </a:prstGeom>
          <a:noFill/>
          <a:ln>
            <a:noFill/>
          </a:ln>
        </p:spPr>
        <p:style>
          <a:lnRef idx="0"/>
          <a:fillRef idx="0"/>
          <a:effectRef idx="0"/>
          <a:fontRef idx="minor"/>
        </p:style>
        <p:txBody>
          <a:bodyPr lIns="90000" rIns="90000" tIns="45000" bIns="45000">
            <a:noAutofit/>
          </a:bodyPr>
          <a:p>
            <a:pPr marL="285840" indent="-285480">
              <a:lnSpc>
                <a:spcPct val="150000"/>
              </a:lnSpc>
              <a:buClr>
                <a:srgbClr val="ffffff"/>
              </a:buClr>
              <a:buFont typeface="Arial"/>
              <a:buChar char="•"/>
            </a:pPr>
            <a:r>
              <a:rPr b="0" lang="en-US" sz="1800" spc="-1" strike="noStrike">
                <a:solidFill>
                  <a:srgbClr val="ffffff"/>
                </a:solidFill>
                <a:latin typeface="Arial"/>
                <a:ea typeface="DejaVu Sans"/>
              </a:rPr>
              <a:t>User interface (UI) events are general browser events that may have some interaction with the BOM.</a:t>
            </a:r>
            <a:endParaRPr b="0" lang="en-US" sz="1800" spc="-1" strike="noStrike">
              <a:latin typeface="Arial"/>
            </a:endParaRPr>
          </a:p>
          <a:p>
            <a:pPr marL="285840" indent="-285480">
              <a:lnSpc>
                <a:spcPct val="150000"/>
              </a:lnSpc>
              <a:buClr>
                <a:srgbClr val="ffffff"/>
              </a:buClr>
              <a:buFont typeface="Arial"/>
              <a:buChar char="•"/>
            </a:pPr>
            <a:r>
              <a:rPr b="0" lang="en-US" sz="1800" spc="-1" strike="noStrike">
                <a:solidFill>
                  <a:srgbClr val="ffffff"/>
                </a:solidFill>
                <a:latin typeface="Arial"/>
                <a:ea typeface="DejaVu Sans"/>
              </a:rPr>
              <a:t>Focus events are fired when an element gains or loses focus.</a:t>
            </a:r>
            <a:endParaRPr b="0" lang="en-US" sz="1800" spc="-1" strike="noStrike">
              <a:latin typeface="Arial"/>
            </a:endParaRPr>
          </a:p>
          <a:p>
            <a:pPr marL="285840" indent="-285480">
              <a:lnSpc>
                <a:spcPct val="150000"/>
              </a:lnSpc>
              <a:buClr>
                <a:srgbClr val="ffffff"/>
              </a:buClr>
              <a:buFont typeface="Arial"/>
              <a:buChar char="•"/>
            </a:pPr>
            <a:r>
              <a:rPr b="0" lang="en-US" sz="1800" spc="-1" strike="noStrike">
                <a:solidFill>
                  <a:srgbClr val="ffffff"/>
                </a:solidFill>
                <a:latin typeface="Arial"/>
                <a:ea typeface="DejaVu Sans"/>
              </a:rPr>
              <a:t>Mouse events are fired when the mouse is used to perform an action on the page.</a:t>
            </a:r>
            <a:endParaRPr b="0" lang="en-US" sz="1800" spc="-1" strike="noStrike">
              <a:latin typeface="Arial"/>
            </a:endParaRPr>
          </a:p>
          <a:p>
            <a:pPr marL="285840" indent="-285480">
              <a:lnSpc>
                <a:spcPct val="150000"/>
              </a:lnSpc>
              <a:buClr>
                <a:srgbClr val="ffffff"/>
              </a:buClr>
              <a:buFont typeface="Arial"/>
              <a:buChar char="•"/>
            </a:pPr>
            <a:r>
              <a:rPr b="0" lang="en-US" sz="1800" spc="-1" strike="noStrike">
                <a:solidFill>
                  <a:srgbClr val="ffffff"/>
                </a:solidFill>
                <a:latin typeface="Arial"/>
                <a:ea typeface="DejaVu Sans"/>
              </a:rPr>
              <a:t>Wheel events are fired when a mouse wheel (or similar device) is used.</a:t>
            </a:r>
            <a:endParaRPr b="0" lang="en-US" sz="1800" spc="-1" strike="noStrike">
              <a:latin typeface="Arial"/>
            </a:endParaRPr>
          </a:p>
          <a:p>
            <a:pPr marL="285840" indent="-285480">
              <a:lnSpc>
                <a:spcPct val="150000"/>
              </a:lnSpc>
              <a:buClr>
                <a:srgbClr val="ffffff"/>
              </a:buClr>
              <a:buFont typeface="Arial"/>
              <a:buChar char="•"/>
            </a:pPr>
            <a:r>
              <a:rPr b="0" lang="en-US" sz="1800" spc="-1" strike="noStrike">
                <a:solidFill>
                  <a:srgbClr val="ffffff"/>
                </a:solidFill>
                <a:latin typeface="Arial"/>
                <a:ea typeface="DejaVu Sans"/>
              </a:rPr>
              <a:t>Text events are fired when text is input into the document.</a:t>
            </a:r>
            <a:endParaRPr b="0" lang="en-US" sz="1800" spc="-1" strike="noStrike">
              <a:latin typeface="Arial"/>
            </a:endParaRPr>
          </a:p>
          <a:p>
            <a:pPr marL="285840" indent="-285480">
              <a:lnSpc>
                <a:spcPct val="150000"/>
              </a:lnSpc>
              <a:buClr>
                <a:srgbClr val="ffffff"/>
              </a:buClr>
              <a:buFont typeface="Arial"/>
              <a:buChar char="•"/>
            </a:pPr>
            <a:r>
              <a:rPr b="0" lang="en-US" sz="1800" spc="-1" strike="noStrike">
                <a:solidFill>
                  <a:srgbClr val="ffffff"/>
                </a:solidFill>
                <a:latin typeface="Arial"/>
                <a:ea typeface="DejaVu Sans"/>
              </a:rPr>
              <a:t>Keyboard events are fired when the keyboard is used to perform an action on the page.</a:t>
            </a:r>
            <a:endParaRPr b="0" lang="en-US" sz="1800" spc="-1" strike="noStrike">
              <a:latin typeface="Arial"/>
            </a:endParaRPr>
          </a:p>
          <a:p>
            <a:pPr marL="285840" indent="-285480">
              <a:lnSpc>
                <a:spcPct val="150000"/>
              </a:lnSpc>
              <a:buClr>
                <a:srgbClr val="ffffff"/>
              </a:buClr>
              <a:buFont typeface="Arial"/>
              <a:buChar char="•"/>
            </a:pPr>
            <a:r>
              <a:rPr b="0" lang="en-US" sz="1800" spc="-1" strike="noStrike">
                <a:solidFill>
                  <a:srgbClr val="ffffff"/>
                </a:solidFill>
                <a:latin typeface="Arial"/>
                <a:ea typeface="DejaVu Sans"/>
              </a:rPr>
              <a:t>Composition events are fired when inputting characters for an Input Method Editor (IME).</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8" name="pasted-image.png" descr=""/>
          <p:cNvPicPr/>
          <p:nvPr/>
        </p:nvPicPr>
        <p:blipFill>
          <a:blip r:embed="rId1"/>
          <a:stretch/>
        </p:blipFill>
        <p:spPr>
          <a:xfrm>
            <a:off x="0" y="0"/>
            <a:ext cx="12187440" cy="6853320"/>
          </a:xfrm>
          <a:prstGeom prst="rect">
            <a:avLst/>
          </a:prstGeom>
          <a:ln w="1260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1842</TotalTime>
  <Application>LibreOffice/6.4.3.2$Linux_X86_64 LibreOffice_project/85aa6f776c6af63185291a519637a4f7af4e8a3b</Application>
  <Words>2398</Words>
  <Paragraphs>86</Paragraphs>
  <Company>Verint Systems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2018-11-02T13:55:27Z</dcterms:created>
  <dc:creator>Strutynska, Viktoriya</dc:creator>
  <dc:description/>
  <dc:language>en-US</dc:language>
  <cp:lastModifiedBy/>
  <dcterms:modified xsi:type="dcterms:W3CDTF">2020-05-20T10:14:58Z</dcterms:modified>
  <cp:revision>70</cp:revision>
  <dc:subject/>
  <dc:title>508/WCAG SERVICE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Verint Systems</vt:lpwstr>
  </property>
  <property fmtid="{D5CDD505-2E9C-101B-9397-08002B2CF9AE}" pid="4" name="ContentTypeId">
    <vt:lpwstr>0x0101004195FC54A15F344D83577B1CDDD67A5D</vt:lpwstr>
  </property>
  <property fmtid="{D5CDD505-2E9C-101B-9397-08002B2CF9AE}" pid="5" name="HiddenSlides">
    <vt:i4>0</vt:i4>
  </property>
  <property fmtid="{D5CDD505-2E9C-101B-9397-08002B2CF9AE}" pid="6" name="HyperlinksChanged">
    <vt:bool>0</vt:bool>
  </property>
  <property fmtid="{D5CDD505-2E9C-101B-9397-08002B2CF9AE}" pid="7" name="LinksUpToDate">
    <vt:bool>0</vt:bool>
  </property>
  <property fmtid="{D5CDD505-2E9C-101B-9397-08002B2CF9AE}" pid="8" name="MMClips">
    <vt:i4>0</vt:i4>
  </property>
  <property fmtid="{D5CDD505-2E9C-101B-9397-08002B2CF9AE}" pid="9" name="Notes">
    <vt:i4>6</vt:i4>
  </property>
  <property fmtid="{D5CDD505-2E9C-101B-9397-08002B2CF9AE}" pid="10" name="PresentationFormat">
    <vt:lpwstr>Широкоэкранный</vt:lpwstr>
  </property>
  <property fmtid="{D5CDD505-2E9C-101B-9397-08002B2CF9AE}" pid="11" name="ScaleCrop">
    <vt:bool>0</vt:bool>
  </property>
  <property fmtid="{D5CDD505-2E9C-101B-9397-08002B2CF9AE}" pid="12" name="ShareDoc">
    <vt:bool>0</vt:bool>
  </property>
  <property fmtid="{D5CDD505-2E9C-101B-9397-08002B2CF9AE}" pid="13" name="Slides">
    <vt:i4>22</vt:i4>
  </property>
</Properties>
</file>