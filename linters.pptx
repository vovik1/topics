
<file path=[Content_Types].xml><?xml version="1.0" encoding="utf-8"?>
<Types xmlns="http://schemas.openxmlformats.org/package/2006/content-types">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 id="2147483674" r:id="rId3"/>
    <p:sldMasterId id="2147483700" r:id="rId4"/>
  </p:sldMasterIdLst>
  <p:notesMasterIdLst>
    <p:notesMasterId r:id="rId21"/>
  </p:notesMasterIdLst>
  <p:sldIdLst>
    <p:sldId id="256" r:id="rId5"/>
    <p:sldId id="257" r:id="rId6"/>
    <p:sldId id="262" r:id="rId7"/>
    <p:sldId id="261" r:id="rId8"/>
    <p:sldId id="275" r:id="rId9"/>
    <p:sldId id="258" r:id="rId10"/>
    <p:sldId id="276" r:id="rId11"/>
    <p:sldId id="277" r:id="rId12"/>
    <p:sldId id="263" r:id="rId13"/>
    <p:sldId id="264" r:id="rId14"/>
    <p:sldId id="272" r:id="rId15"/>
    <p:sldId id="266" r:id="rId16"/>
    <p:sldId id="267" r:id="rId17"/>
    <p:sldId id="268" r:id="rId18"/>
    <p:sldId id="269" r:id="rId19"/>
    <p:sldId id="271" r:id="rId20"/>
  </p:sldIdLst>
  <p:sldSz cx="12192000" cy="6858000"/>
  <p:notesSz cx="6858000" cy="9144000"/>
  <p:defaultTextStyle>
    <a:defPPr>
      <a:defRPr lang="uk-U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8" d="100"/>
          <a:sy n="68" d="100"/>
        </p:scale>
        <p:origin x="792"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slideMaster" Target="slideMasters/slideMaster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97" name="PlaceHolder 1"/>
          <p:cNvSpPr>
            <a:spLocks noGrp="1" noRot="1" noChangeAspect="1"/>
          </p:cNvSpPr>
          <p:nvPr>
            <p:ph type="sldImg"/>
          </p:nvPr>
        </p:nvSpPr>
        <p:spPr>
          <a:xfrm>
            <a:off x="216000" y="812520"/>
            <a:ext cx="7127280" cy="4008960"/>
          </a:xfrm>
          <a:prstGeom prst="rect">
            <a:avLst/>
          </a:prstGeom>
        </p:spPr>
        <p:txBody>
          <a:bodyPr lIns="0" tIns="0" rIns="0" bIns="0" anchor="ctr">
            <a:noAutofit/>
          </a:bodyPr>
          <a:lstStyle/>
          <a:p>
            <a:pPr algn="ctr"/>
            <a:r>
              <a:rPr lang="en-US" sz="4400" b="0" strike="noStrike" spc="-1">
                <a:latin typeface="Arial"/>
              </a:rPr>
              <a:t>Click to move the slide</a:t>
            </a:r>
          </a:p>
        </p:txBody>
      </p:sp>
      <p:sp>
        <p:nvSpPr>
          <p:cNvPr id="198" name="PlaceHolder 2"/>
          <p:cNvSpPr>
            <a:spLocks noGrp="1"/>
          </p:cNvSpPr>
          <p:nvPr>
            <p:ph type="body"/>
          </p:nvPr>
        </p:nvSpPr>
        <p:spPr>
          <a:xfrm>
            <a:off x="756000" y="5078520"/>
            <a:ext cx="6047640" cy="4811040"/>
          </a:xfrm>
          <a:prstGeom prst="rect">
            <a:avLst/>
          </a:prstGeom>
        </p:spPr>
        <p:txBody>
          <a:bodyPr lIns="0" tIns="0" rIns="0" bIns="0">
            <a:noAutofit/>
          </a:bodyPr>
          <a:lstStyle/>
          <a:p>
            <a:r>
              <a:rPr lang="en-US" sz="2000" b="0" strike="noStrike" spc="-1">
                <a:latin typeface="Arial"/>
              </a:rPr>
              <a:t>Click to edit the notes format</a:t>
            </a:r>
          </a:p>
        </p:txBody>
      </p:sp>
      <p:sp>
        <p:nvSpPr>
          <p:cNvPr id="199" name="PlaceHolder 3"/>
          <p:cNvSpPr>
            <a:spLocks noGrp="1"/>
          </p:cNvSpPr>
          <p:nvPr>
            <p:ph type="hdr"/>
          </p:nvPr>
        </p:nvSpPr>
        <p:spPr>
          <a:xfrm>
            <a:off x="0" y="0"/>
            <a:ext cx="3280680" cy="534240"/>
          </a:xfrm>
          <a:prstGeom prst="rect">
            <a:avLst/>
          </a:prstGeom>
        </p:spPr>
        <p:txBody>
          <a:bodyPr lIns="0" tIns="0" rIns="0" bIns="0">
            <a:noAutofit/>
          </a:bodyPr>
          <a:lstStyle/>
          <a:p>
            <a:r>
              <a:rPr lang="en-US" sz="1400" b="0" strike="noStrike" spc="-1">
                <a:latin typeface="Times New Roman"/>
              </a:rPr>
              <a:t>&lt;header&gt;</a:t>
            </a:r>
          </a:p>
        </p:txBody>
      </p:sp>
      <p:sp>
        <p:nvSpPr>
          <p:cNvPr id="200" name="PlaceHolder 4"/>
          <p:cNvSpPr>
            <a:spLocks noGrp="1"/>
          </p:cNvSpPr>
          <p:nvPr>
            <p:ph type="dt"/>
          </p:nvPr>
        </p:nvSpPr>
        <p:spPr>
          <a:xfrm>
            <a:off x="4278960" y="0"/>
            <a:ext cx="3280680" cy="534240"/>
          </a:xfrm>
          <a:prstGeom prst="rect">
            <a:avLst/>
          </a:prstGeom>
        </p:spPr>
        <p:txBody>
          <a:bodyPr lIns="0" tIns="0" rIns="0" bIns="0">
            <a:noAutofit/>
          </a:bodyPr>
          <a:lstStyle/>
          <a:p>
            <a:pPr algn="r"/>
            <a:r>
              <a:rPr lang="en-US" sz="1400" b="0" strike="noStrike" spc="-1">
                <a:latin typeface="Times New Roman"/>
              </a:rPr>
              <a:t>&lt;date/time&gt;</a:t>
            </a:r>
          </a:p>
        </p:txBody>
      </p:sp>
      <p:sp>
        <p:nvSpPr>
          <p:cNvPr id="201" name="PlaceHolder 5"/>
          <p:cNvSpPr>
            <a:spLocks noGrp="1"/>
          </p:cNvSpPr>
          <p:nvPr>
            <p:ph type="ftr"/>
          </p:nvPr>
        </p:nvSpPr>
        <p:spPr>
          <a:xfrm>
            <a:off x="0" y="10157400"/>
            <a:ext cx="3280680" cy="534240"/>
          </a:xfrm>
          <a:prstGeom prst="rect">
            <a:avLst/>
          </a:prstGeom>
        </p:spPr>
        <p:txBody>
          <a:bodyPr lIns="0" tIns="0" rIns="0" bIns="0" anchor="b">
            <a:noAutofit/>
          </a:bodyPr>
          <a:lstStyle/>
          <a:p>
            <a:r>
              <a:rPr lang="en-US" sz="1400" b="0" strike="noStrike" spc="-1">
                <a:latin typeface="Times New Roman"/>
              </a:rPr>
              <a:t>&lt;footer&gt;</a:t>
            </a:r>
          </a:p>
        </p:txBody>
      </p:sp>
      <p:sp>
        <p:nvSpPr>
          <p:cNvPr id="202" name="PlaceHolder 6"/>
          <p:cNvSpPr>
            <a:spLocks noGrp="1"/>
          </p:cNvSpPr>
          <p:nvPr>
            <p:ph type="sldNum"/>
          </p:nvPr>
        </p:nvSpPr>
        <p:spPr>
          <a:xfrm>
            <a:off x="4278960" y="10157400"/>
            <a:ext cx="3280680" cy="534240"/>
          </a:xfrm>
          <a:prstGeom prst="rect">
            <a:avLst/>
          </a:prstGeom>
        </p:spPr>
        <p:txBody>
          <a:bodyPr lIns="0" tIns="0" rIns="0" bIns="0" anchor="b">
            <a:noAutofit/>
          </a:bodyPr>
          <a:lstStyle/>
          <a:p>
            <a:pPr algn="r"/>
            <a:fld id="{ABDBBBC5-48D2-4ADE-942C-487A780E538D}" type="slidenum">
              <a:rPr lang="en-US" sz="1400" b="0" strike="noStrike" spc="-1">
                <a:latin typeface="Times New Roman"/>
              </a:rPr>
              <a:t>‹#›</a:t>
            </a:fld>
            <a:endParaRPr lang="en-US" sz="1400" b="0" strike="noStrike" spc="-1">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4" name="PlaceHolder 1"/>
          <p:cNvSpPr>
            <a:spLocks noGrp="1" noRot="1" noChangeAspect="1"/>
          </p:cNvSpPr>
          <p:nvPr>
            <p:ph type="sldImg"/>
          </p:nvPr>
        </p:nvSpPr>
        <p:spPr>
          <a:xfrm>
            <a:off x="685800" y="1143000"/>
            <a:ext cx="5484240" cy="3083760"/>
          </a:xfrm>
          <a:prstGeom prst="rect">
            <a:avLst/>
          </a:prstGeom>
        </p:spPr>
      </p:sp>
      <p:sp>
        <p:nvSpPr>
          <p:cNvPr id="315" name="PlaceHolder 2"/>
          <p:cNvSpPr>
            <a:spLocks noGrp="1"/>
          </p:cNvSpPr>
          <p:nvPr>
            <p:ph type="body"/>
          </p:nvPr>
        </p:nvSpPr>
        <p:spPr>
          <a:xfrm>
            <a:off x="685800" y="4400640"/>
            <a:ext cx="5483520" cy="3597480"/>
          </a:xfrm>
          <a:prstGeom prst="rect">
            <a:avLst/>
          </a:prstGeom>
        </p:spPr>
        <p:txBody>
          <a:bodyPr lIns="0" tIns="0" rIns="0" bIns="0">
            <a:noAutofit/>
          </a:bodyPr>
          <a:lstStyle/>
          <a:p>
            <a:endParaRPr lang="en-US" sz="2000" b="0" strike="noStrike" spc="-1">
              <a:latin typeface="Arial"/>
            </a:endParaRPr>
          </a:p>
        </p:txBody>
      </p:sp>
      <p:sp>
        <p:nvSpPr>
          <p:cNvPr id="316" name="CustomShape 3"/>
          <p:cNvSpPr/>
          <p:nvPr/>
        </p:nvSpPr>
        <p:spPr>
          <a:xfrm>
            <a:off x="3884760" y="8685360"/>
            <a:ext cx="2968920" cy="4557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gn="r">
              <a:lnSpc>
                <a:spcPct val="100000"/>
              </a:lnSpc>
            </a:pPr>
            <a:fld id="{884070AA-45DF-4AEA-9D7A-0D16626E95FD}" type="slidenum">
              <a:rPr lang="en-GB" sz="1200" b="0" strike="noStrike" spc="-1">
                <a:solidFill>
                  <a:srgbClr val="000000"/>
                </a:solidFill>
                <a:latin typeface="+mn-lt"/>
                <a:ea typeface="+mn-ea"/>
              </a:rPr>
              <a:t>1</a:t>
            </a:fld>
            <a:endParaRPr lang="en-US" sz="1200" b="0" strike="noStrike" spc="-1">
              <a:latin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PlaceHolder 1"/>
          <p:cNvSpPr>
            <a:spLocks noGrp="1" noRot="1" noChangeAspect="1"/>
          </p:cNvSpPr>
          <p:nvPr>
            <p:ph type="sldImg"/>
          </p:nvPr>
        </p:nvSpPr>
        <p:spPr>
          <a:xfrm>
            <a:off x="217488" y="812800"/>
            <a:ext cx="7124700" cy="4008438"/>
          </a:xfrm>
          <a:prstGeom prst="rect">
            <a:avLst/>
          </a:prstGeom>
        </p:spPr>
      </p:sp>
      <p:sp>
        <p:nvSpPr>
          <p:cNvPr id="318" name="PlaceHolder 2"/>
          <p:cNvSpPr>
            <a:spLocks noGrp="1"/>
          </p:cNvSpPr>
          <p:nvPr>
            <p:ph type="body"/>
          </p:nvPr>
        </p:nvSpPr>
        <p:spPr>
          <a:xfrm>
            <a:off x="756000" y="5078520"/>
            <a:ext cx="6046920" cy="4810320"/>
          </a:xfrm>
          <a:prstGeom prst="rect">
            <a:avLst/>
          </a:prstGeom>
        </p:spPr>
        <p:txBody>
          <a:bodyPr lIns="0" tIns="0" rIns="0" bIns="0">
            <a:noAutofit/>
          </a:bodyPr>
          <a:lstStyle/>
          <a:p>
            <a:endParaRPr lang="en-US" sz="2000" b="0" strike="noStrike" spc="-1">
              <a:latin typeface="Arial"/>
            </a:endParaRPr>
          </a:p>
        </p:txBody>
      </p:sp>
      <p:sp>
        <p:nvSpPr>
          <p:cNvPr id="319" name="CustomShape 3"/>
          <p:cNvSpPr/>
          <p:nvPr/>
        </p:nvSpPr>
        <p:spPr>
          <a:xfrm>
            <a:off x="4278960" y="10157400"/>
            <a:ext cx="3279960" cy="533520"/>
          </a:xfrm>
          <a:prstGeom prst="rect">
            <a:avLst/>
          </a:prstGeom>
          <a:noFill/>
          <a:ln>
            <a:noFill/>
          </a:ln>
        </p:spPr>
        <p:style>
          <a:lnRef idx="0">
            <a:scrgbClr r="0" g="0" b="0"/>
          </a:lnRef>
          <a:fillRef idx="0">
            <a:scrgbClr r="0" g="0" b="0"/>
          </a:fillRef>
          <a:effectRef idx="0">
            <a:scrgbClr r="0" g="0" b="0"/>
          </a:effectRef>
          <a:fontRef idx="minor"/>
        </p:style>
        <p:txBody>
          <a:bodyPr lIns="0" tIns="0" rIns="0" bIns="0" anchor="b">
            <a:noAutofit/>
          </a:bodyPr>
          <a:lstStyle/>
          <a:p>
            <a:pPr algn="r">
              <a:lnSpc>
                <a:spcPct val="100000"/>
              </a:lnSpc>
            </a:pPr>
            <a:fld id="{45DAF51A-5E9A-49D7-9E73-D1440B311BBA}" type="slidenum">
              <a:rPr lang="en-US" sz="1400" b="0" strike="noStrike" spc="-1">
                <a:solidFill>
                  <a:srgbClr val="000000"/>
                </a:solidFill>
                <a:latin typeface="Times New Roman"/>
                <a:ea typeface="+mn-ea"/>
              </a:rPr>
              <a:t>2</a:t>
            </a:fld>
            <a:endParaRPr lang="en-US" sz="1400" b="0" strike="noStrike" spc="-1">
              <a:latin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5"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7"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8"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9"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3200" b="0" strike="noStrike" spc="-1">
              <a:latin typeface="Arial"/>
            </a:endParaRPr>
          </a:p>
        </p:txBody>
      </p:sp>
      <p:sp>
        <p:nvSpPr>
          <p:cNvPr id="10"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2"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3"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14"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3200" b="0" strike="noStrike" spc="-1">
              <a:latin typeface="Arial"/>
            </a:endParaRPr>
          </a:p>
        </p:txBody>
      </p:sp>
      <p:sp>
        <p:nvSpPr>
          <p:cNvPr id="15"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3200" b="0" strike="noStrike" spc="-1">
              <a:latin typeface="Arial"/>
            </a:endParaRPr>
          </a:p>
        </p:txBody>
      </p:sp>
      <p:sp>
        <p:nvSpPr>
          <p:cNvPr id="16"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18"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3200" b="0" strike="noStrike" spc="-1">
              <a:latin typeface="Arial"/>
            </a:endParaRPr>
          </a:p>
        </p:txBody>
      </p:sp>
      <p:sp>
        <p:nvSpPr>
          <p:cNvPr id="19"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3200" b="0" strike="noStrike" spc="-1">
              <a:latin typeface="Arial"/>
            </a:endParaRPr>
          </a:p>
        </p:txBody>
      </p:sp>
      <p:sp>
        <p:nvSpPr>
          <p:cNvPr id="20"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22"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3200" b="0" strike="noStrike" spc="-1">
              <a:latin typeface="Arial"/>
            </a:endParaRPr>
          </a:p>
        </p:txBody>
      </p:sp>
      <p:sp>
        <p:nvSpPr>
          <p:cNvPr id="23"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3200" b="0" strike="noStrike" spc="-1">
              <a:latin typeface="Arial"/>
            </a:endParaRPr>
          </a:p>
        </p:txBody>
      </p:sp>
      <p:sp>
        <p:nvSpPr>
          <p:cNvPr id="24"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5"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26"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3200" b="0" strike="noStrike" spc="-1">
              <a:latin typeface="Arial"/>
            </a:endParaRPr>
          </a:p>
        </p:txBody>
      </p:sp>
      <p:sp>
        <p:nvSpPr>
          <p:cNvPr id="27"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29"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3200" b="0" strike="noStrike" spc="-1">
              <a:latin typeface="Arial"/>
            </a:endParaRPr>
          </a:p>
        </p:txBody>
      </p:sp>
      <p:sp>
        <p:nvSpPr>
          <p:cNvPr id="30"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3200" b="0" strike="noStrike" spc="-1">
              <a:latin typeface="Arial"/>
            </a:endParaRPr>
          </a:p>
        </p:txBody>
      </p:sp>
      <p:sp>
        <p:nvSpPr>
          <p:cNvPr id="31"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3200" b="0" strike="noStrike" spc="-1">
              <a:latin typeface="Arial"/>
            </a:endParaRPr>
          </a:p>
        </p:txBody>
      </p:sp>
      <p:sp>
        <p:nvSpPr>
          <p:cNvPr id="32"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3"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34"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3200" b="0" strike="noStrike" spc="-1">
              <a:latin typeface="Arial"/>
            </a:endParaRPr>
          </a:p>
        </p:txBody>
      </p:sp>
      <p:sp>
        <p:nvSpPr>
          <p:cNvPr id="35"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3200" b="0" strike="noStrike" spc="-1">
              <a:latin typeface="Arial"/>
            </a:endParaRPr>
          </a:p>
        </p:txBody>
      </p:sp>
      <p:sp>
        <p:nvSpPr>
          <p:cNvPr id="36"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3200" b="0" strike="noStrike" spc="-1">
              <a:latin typeface="Arial"/>
            </a:endParaRPr>
          </a:p>
        </p:txBody>
      </p:sp>
      <p:sp>
        <p:nvSpPr>
          <p:cNvPr id="37"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3200" b="0" strike="noStrike" spc="-1">
              <a:latin typeface="Arial"/>
            </a:endParaRPr>
          </a:p>
        </p:txBody>
      </p:sp>
      <p:sp>
        <p:nvSpPr>
          <p:cNvPr id="38"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3200" b="0" strike="noStrike" spc="-1">
              <a:latin typeface="Arial"/>
            </a:endParaRPr>
          </a:p>
        </p:txBody>
      </p:sp>
      <p:sp>
        <p:nvSpPr>
          <p:cNvPr id="39"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3"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44"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45"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46"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47"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48"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3200" b="0" strike="noStrike" spc="-1">
              <a:latin typeface="Arial"/>
            </a:endParaRPr>
          </a:p>
        </p:txBody>
      </p:sp>
      <p:sp>
        <p:nvSpPr>
          <p:cNvPr id="49"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50"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51"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52"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53"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3200" b="0" strike="noStrike" spc="-1">
              <a:latin typeface="Arial"/>
            </a:endParaRPr>
          </a:p>
        </p:txBody>
      </p:sp>
      <p:sp>
        <p:nvSpPr>
          <p:cNvPr id="54"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3200" b="0" strike="noStrike" spc="-1">
              <a:latin typeface="Arial"/>
            </a:endParaRPr>
          </a:p>
        </p:txBody>
      </p:sp>
      <p:sp>
        <p:nvSpPr>
          <p:cNvPr id="55"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57"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3200" b="0" strike="noStrike" spc="-1">
              <a:latin typeface="Arial"/>
            </a:endParaRPr>
          </a:p>
        </p:txBody>
      </p:sp>
      <p:sp>
        <p:nvSpPr>
          <p:cNvPr id="58"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3200" b="0" strike="noStrike" spc="-1">
              <a:latin typeface="Arial"/>
            </a:endParaRPr>
          </a:p>
        </p:txBody>
      </p:sp>
      <p:sp>
        <p:nvSpPr>
          <p:cNvPr id="59"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60"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61"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3200" b="0" strike="noStrike" spc="-1">
              <a:latin typeface="Arial"/>
            </a:endParaRPr>
          </a:p>
        </p:txBody>
      </p:sp>
      <p:sp>
        <p:nvSpPr>
          <p:cNvPr id="62"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3200" b="0" strike="noStrike" spc="-1">
              <a:latin typeface="Arial"/>
            </a:endParaRPr>
          </a:p>
        </p:txBody>
      </p:sp>
      <p:sp>
        <p:nvSpPr>
          <p:cNvPr id="63"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64"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65"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3200" b="0" strike="noStrike" spc="-1">
              <a:latin typeface="Arial"/>
            </a:endParaRPr>
          </a:p>
        </p:txBody>
      </p:sp>
      <p:sp>
        <p:nvSpPr>
          <p:cNvPr id="66"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68"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3200" b="0" strike="noStrike" spc="-1">
              <a:latin typeface="Arial"/>
            </a:endParaRPr>
          </a:p>
        </p:txBody>
      </p:sp>
      <p:sp>
        <p:nvSpPr>
          <p:cNvPr id="69"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3200" b="0" strike="noStrike" spc="-1">
              <a:latin typeface="Arial"/>
            </a:endParaRPr>
          </a:p>
        </p:txBody>
      </p:sp>
      <p:sp>
        <p:nvSpPr>
          <p:cNvPr id="70"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3200" b="0" strike="noStrike" spc="-1">
              <a:latin typeface="Arial"/>
            </a:endParaRPr>
          </a:p>
        </p:txBody>
      </p:sp>
      <p:sp>
        <p:nvSpPr>
          <p:cNvPr id="71"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72"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73"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3200" b="0" strike="noStrike" spc="-1">
              <a:latin typeface="Arial"/>
            </a:endParaRPr>
          </a:p>
        </p:txBody>
      </p:sp>
      <p:sp>
        <p:nvSpPr>
          <p:cNvPr id="74"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3200" b="0" strike="noStrike" spc="-1">
              <a:latin typeface="Arial"/>
            </a:endParaRPr>
          </a:p>
        </p:txBody>
      </p:sp>
      <p:sp>
        <p:nvSpPr>
          <p:cNvPr id="75"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3200" b="0" strike="noStrike" spc="-1">
              <a:latin typeface="Arial"/>
            </a:endParaRPr>
          </a:p>
        </p:txBody>
      </p:sp>
      <p:sp>
        <p:nvSpPr>
          <p:cNvPr id="76"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3200" b="0" strike="noStrike" spc="-1">
              <a:latin typeface="Arial"/>
            </a:endParaRPr>
          </a:p>
        </p:txBody>
      </p:sp>
      <p:sp>
        <p:nvSpPr>
          <p:cNvPr id="77"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3200" b="0" strike="noStrike" spc="-1">
              <a:latin typeface="Arial"/>
            </a:endParaRPr>
          </a:p>
        </p:txBody>
      </p:sp>
      <p:sp>
        <p:nvSpPr>
          <p:cNvPr id="78"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82"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83"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84"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85"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86"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87"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3200" b="0" strike="noStrike" spc="-1">
              <a:latin typeface="Arial"/>
            </a:endParaRPr>
          </a:p>
        </p:txBody>
      </p:sp>
      <p:sp>
        <p:nvSpPr>
          <p:cNvPr id="88"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9"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90"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92"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3200" b="0" strike="noStrike" spc="-1">
              <a:latin typeface="Arial"/>
            </a:endParaRPr>
          </a:p>
        </p:txBody>
      </p:sp>
      <p:sp>
        <p:nvSpPr>
          <p:cNvPr id="93"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3200" b="0" strike="noStrike" spc="-1">
              <a:latin typeface="Arial"/>
            </a:endParaRPr>
          </a:p>
        </p:txBody>
      </p:sp>
      <p:sp>
        <p:nvSpPr>
          <p:cNvPr id="94"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95"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96"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3200" b="0" strike="noStrike" spc="-1">
              <a:latin typeface="Arial"/>
            </a:endParaRPr>
          </a:p>
        </p:txBody>
      </p:sp>
      <p:sp>
        <p:nvSpPr>
          <p:cNvPr id="97"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3200" b="0" strike="noStrike" spc="-1">
              <a:latin typeface="Arial"/>
            </a:endParaRPr>
          </a:p>
        </p:txBody>
      </p:sp>
      <p:sp>
        <p:nvSpPr>
          <p:cNvPr id="98"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99"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100"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3200" b="0" strike="noStrike" spc="-1">
              <a:latin typeface="Arial"/>
            </a:endParaRPr>
          </a:p>
        </p:txBody>
      </p:sp>
      <p:sp>
        <p:nvSpPr>
          <p:cNvPr id="101"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3200" b="0" strike="noStrike" spc="-1">
              <a:latin typeface="Arial"/>
            </a:endParaRPr>
          </a:p>
        </p:txBody>
      </p:sp>
      <p:sp>
        <p:nvSpPr>
          <p:cNvPr id="102"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03"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104"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3200" b="0" strike="noStrike" spc="-1">
              <a:latin typeface="Arial"/>
            </a:endParaRPr>
          </a:p>
        </p:txBody>
      </p:sp>
      <p:sp>
        <p:nvSpPr>
          <p:cNvPr id="105"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06"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107"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3200" b="0" strike="noStrike" spc="-1">
              <a:latin typeface="Arial"/>
            </a:endParaRPr>
          </a:p>
        </p:txBody>
      </p:sp>
      <p:sp>
        <p:nvSpPr>
          <p:cNvPr id="108"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3200" b="0" strike="noStrike" spc="-1">
              <a:latin typeface="Arial"/>
            </a:endParaRPr>
          </a:p>
        </p:txBody>
      </p:sp>
      <p:sp>
        <p:nvSpPr>
          <p:cNvPr id="109"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3200" b="0" strike="noStrike" spc="-1">
              <a:latin typeface="Arial"/>
            </a:endParaRPr>
          </a:p>
        </p:txBody>
      </p:sp>
      <p:sp>
        <p:nvSpPr>
          <p:cNvPr id="110"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112"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3200" b="0" strike="noStrike" spc="-1">
              <a:latin typeface="Arial"/>
            </a:endParaRPr>
          </a:p>
        </p:txBody>
      </p:sp>
      <p:sp>
        <p:nvSpPr>
          <p:cNvPr id="113"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3200" b="0" strike="noStrike" spc="-1">
              <a:latin typeface="Arial"/>
            </a:endParaRPr>
          </a:p>
        </p:txBody>
      </p:sp>
      <p:sp>
        <p:nvSpPr>
          <p:cNvPr id="114"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3200" b="0" strike="noStrike" spc="-1">
              <a:latin typeface="Arial"/>
            </a:endParaRPr>
          </a:p>
        </p:txBody>
      </p:sp>
      <p:sp>
        <p:nvSpPr>
          <p:cNvPr id="115"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3200" b="0" strike="noStrike" spc="-1">
              <a:latin typeface="Arial"/>
            </a:endParaRPr>
          </a:p>
        </p:txBody>
      </p:sp>
      <p:sp>
        <p:nvSpPr>
          <p:cNvPr id="116"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3200" b="0" strike="noStrike" spc="-1">
              <a:latin typeface="Arial"/>
            </a:endParaRPr>
          </a:p>
        </p:txBody>
      </p:sp>
      <p:sp>
        <p:nvSpPr>
          <p:cNvPr id="117"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161"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162"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63"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164"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65"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166"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3200" b="0" strike="noStrike" spc="-1">
              <a:latin typeface="Arial"/>
            </a:endParaRPr>
          </a:p>
        </p:txBody>
      </p:sp>
      <p:sp>
        <p:nvSpPr>
          <p:cNvPr id="167"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68"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69"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70"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171"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3200" b="0" strike="noStrike" spc="-1">
              <a:latin typeface="Arial"/>
            </a:endParaRPr>
          </a:p>
        </p:txBody>
      </p:sp>
      <p:sp>
        <p:nvSpPr>
          <p:cNvPr id="172"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3200" b="0" strike="noStrike" spc="-1">
              <a:latin typeface="Arial"/>
            </a:endParaRPr>
          </a:p>
        </p:txBody>
      </p:sp>
      <p:sp>
        <p:nvSpPr>
          <p:cNvPr id="173"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74"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175"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3200" b="0" strike="noStrike" spc="-1">
              <a:latin typeface="Arial"/>
            </a:endParaRPr>
          </a:p>
        </p:txBody>
      </p:sp>
      <p:sp>
        <p:nvSpPr>
          <p:cNvPr id="176"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3200" b="0" strike="noStrike" spc="-1">
              <a:latin typeface="Arial"/>
            </a:endParaRPr>
          </a:p>
        </p:txBody>
      </p:sp>
      <p:sp>
        <p:nvSpPr>
          <p:cNvPr id="177"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78"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179"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3200" b="0" strike="noStrike" spc="-1">
              <a:latin typeface="Arial"/>
            </a:endParaRPr>
          </a:p>
        </p:txBody>
      </p:sp>
      <p:sp>
        <p:nvSpPr>
          <p:cNvPr id="180"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3200" b="0" strike="noStrike" spc="-1">
              <a:latin typeface="Arial"/>
            </a:endParaRPr>
          </a:p>
        </p:txBody>
      </p:sp>
      <p:sp>
        <p:nvSpPr>
          <p:cNvPr id="181"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82"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183"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3200" b="0" strike="noStrike" spc="-1">
              <a:latin typeface="Arial"/>
            </a:endParaRPr>
          </a:p>
        </p:txBody>
      </p:sp>
      <p:sp>
        <p:nvSpPr>
          <p:cNvPr id="184"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85"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186"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3200" b="0" strike="noStrike" spc="-1">
              <a:latin typeface="Arial"/>
            </a:endParaRPr>
          </a:p>
        </p:txBody>
      </p:sp>
      <p:sp>
        <p:nvSpPr>
          <p:cNvPr id="187"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3200" b="0" strike="noStrike" spc="-1">
              <a:latin typeface="Arial"/>
            </a:endParaRPr>
          </a:p>
        </p:txBody>
      </p:sp>
      <p:sp>
        <p:nvSpPr>
          <p:cNvPr id="188"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3200" b="0" strike="noStrike" spc="-1">
              <a:latin typeface="Arial"/>
            </a:endParaRPr>
          </a:p>
        </p:txBody>
      </p:sp>
      <p:sp>
        <p:nvSpPr>
          <p:cNvPr id="189"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90"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endParaRPr lang="en-US" sz="4400" b="0" strike="noStrike" spc="-1">
              <a:latin typeface="Arial"/>
            </a:endParaRPr>
          </a:p>
        </p:txBody>
      </p:sp>
      <p:sp>
        <p:nvSpPr>
          <p:cNvPr id="191"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3200" b="0" strike="noStrike" spc="-1">
              <a:latin typeface="Arial"/>
            </a:endParaRPr>
          </a:p>
        </p:txBody>
      </p:sp>
      <p:sp>
        <p:nvSpPr>
          <p:cNvPr id="192"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3200" b="0" strike="noStrike" spc="-1">
              <a:latin typeface="Arial"/>
            </a:endParaRPr>
          </a:p>
        </p:txBody>
      </p:sp>
      <p:sp>
        <p:nvSpPr>
          <p:cNvPr id="193"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3200" b="0" strike="noStrike" spc="-1">
              <a:latin typeface="Arial"/>
            </a:endParaRPr>
          </a:p>
        </p:txBody>
      </p:sp>
      <p:sp>
        <p:nvSpPr>
          <p:cNvPr id="194"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3200" b="0" strike="noStrike" spc="-1">
              <a:latin typeface="Arial"/>
            </a:endParaRPr>
          </a:p>
        </p:txBody>
      </p:sp>
      <p:sp>
        <p:nvSpPr>
          <p:cNvPr id="195"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3200" b="0" strike="noStrike" spc="-1">
              <a:latin typeface="Arial"/>
            </a:endParaRPr>
          </a:p>
        </p:txBody>
      </p:sp>
      <p:sp>
        <p:nvSpPr>
          <p:cNvPr id="196"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3200" b="0" strike="noStrike" spc="-1">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wmf"/></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image" Target="../media/image1.wmf"/></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theme" Target="../theme/theme3.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 Id="rId14" Type="http://schemas.openxmlformats.org/officeDocument/2006/relationships/image" Target="../media/image1.wmf"/></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4.xml"/><Relationship Id="rId13" Type="http://schemas.openxmlformats.org/officeDocument/2006/relationships/theme" Target="../theme/theme4.xml"/><Relationship Id="rId3" Type="http://schemas.openxmlformats.org/officeDocument/2006/relationships/slideLayout" Target="../slideLayouts/slideLayout39.xml"/><Relationship Id="rId7" Type="http://schemas.openxmlformats.org/officeDocument/2006/relationships/slideLayout" Target="../slideLayouts/slideLayout43.xml"/><Relationship Id="rId12" Type="http://schemas.openxmlformats.org/officeDocument/2006/relationships/slideLayout" Target="../slideLayouts/slideLayout48.xml"/><Relationship Id="rId2" Type="http://schemas.openxmlformats.org/officeDocument/2006/relationships/slideLayout" Target="../slideLayouts/slideLayout38.xml"/><Relationship Id="rId1" Type="http://schemas.openxmlformats.org/officeDocument/2006/relationships/slideLayout" Target="../slideLayouts/slideLayout37.xml"/><Relationship Id="rId6" Type="http://schemas.openxmlformats.org/officeDocument/2006/relationships/slideLayout" Target="../slideLayouts/slideLayout42.xml"/><Relationship Id="rId11" Type="http://schemas.openxmlformats.org/officeDocument/2006/relationships/slideLayout" Target="../slideLayouts/slideLayout47.xml"/><Relationship Id="rId5" Type="http://schemas.openxmlformats.org/officeDocument/2006/relationships/slideLayout" Target="../slideLayouts/slideLayout41.xml"/><Relationship Id="rId10" Type="http://schemas.openxmlformats.org/officeDocument/2006/relationships/slideLayout" Target="../slideLayouts/slideLayout46.xml"/><Relationship Id="rId4" Type="http://schemas.openxmlformats.org/officeDocument/2006/relationships/slideLayout" Target="../slideLayouts/slideLayout40.xml"/><Relationship Id="rId9" Type="http://schemas.openxmlformats.org/officeDocument/2006/relationships/slideLayout" Target="../slideLayouts/slideLayout45.xml"/><Relationship Id="rId14" Type="http://schemas.openxmlformats.org/officeDocument/2006/relationships/image" Target="../media/image1.w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rotWithShape="0">
          <a:gsLst>
            <a:gs pos="0">
              <a:srgbClr val="8F2585"/>
            </a:gs>
            <a:gs pos="100000">
              <a:srgbClr val="F26D26"/>
            </a:gs>
          </a:gsLst>
          <a:lin ang="10800000"/>
        </a:gradFill>
        <a:effectLst/>
      </p:bgPr>
    </p:bg>
    <p:spTree>
      <p:nvGrpSpPr>
        <p:cNvPr id="1" name=""/>
        <p:cNvGrpSpPr/>
        <p:nvPr/>
      </p:nvGrpSpPr>
      <p:grpSpPr>
        <a:xfrm>
          <a:off x="0" y="0"/>
          <a:ext cx="0" cy="0"/>
          <a:chOff x="0" y="0"/>
          <a:chExt cx="0" cy="0"/>
        </a:xfrm>
      </p:grpSpPr>
      <p:pic>
        <p:nvPicPr>
          <p:cNvPr id="4" name="Picture 8"/>
          <p:cNvPicPr/>
          <p:nvPr/>
        </p:nvPicPr>
        <p:blipFill>
          <a:blip r:embed="rId14"/>
          <a:stretch/>
        </p:blipFill>
        <p:spPr>
          <a:xfrm>
            <a:off x="9959040" y="5906880"/>
            <a:ext cx="1544040" cy="262440"/>
          </a:xfrm>
          <a:prstGeom prst="rect">
            <a:avLst/>
          </a:prstGeom>
          <a:ln>
            <a:noFill/>
          </a:ln>
        </p:spPr>
      </p:pic>
      <p:pic>
        <p:nvPicPr>
          <p:cNvPr id="5" name="Picture 7"/>
          <p:cNvPicPr/>
          <p:nvPr/>
        </p:nvPicPr>
        <p:blipFill>
          <a:blip r:embed="rId14"/>
          <a:stretch/>
        </p:blipFill>
        <p:spPr>
          <a:xfrm>
            <a:off x="9959040" y="5906880"/>
            <a:ext cx="1544040" cy="262440"/>
          </a:xfrm>
          <a:prstGeom prst="rect">
            <a:avLst/>
          </a:prstGeom>
          <a:ln>
            <a:noFill/>
          </a:ln>
        </p:spPr>
      </p:pic>
      <p:sp>
        <p:nvSpPr>
          <p:cNvPr id="2"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r>
              <a:rPr lang="en-US" sz="4400" b="0" strike="noStrike" spc="-1">
                <a:latin typeface="Arial"/>
              </a:rPr>
              <a:t>Click to edit the title text format</a:t>
            </a:r>
          </a:p>
        </p:txBody>
      </p:sp>
      <p:sp>
        <p:nvSpPr>
          <p:cNvPr id="3" name="PlaceHolder 2"/>
          <p:cNvSpPr>
            <a:spLocks noGrp="1"/>
          </p:cNvSpPr>
          <p:nvPr>
            <p:ph type="body"/>
          </p:nvPr>
        </p:nvSpPr>
        <p:spPr>
          <a:xfrm>
            <a:off x="609480" y="1604520"/>
            <a:ext cx="1097244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en-US"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latin typeface="Arial"/>
              </a:rPr>
              <a:t>Second Outline Level</a:t>
            </a:r>
          </a:p>
          <a:p>
            <a:pPr marL="1296000" lvl="2" indent="-288000">
              <a:spcBef>
                <a:spcPts val="850"/>
              </a:spcBef>
              <a:buClr>
                <a:srgbClr val="000000"/>
              </a:buClr>
              <a:buSzPct val="45000"/>
              <a:buFont typeface="Wingdings" charset="2"/>
              <a:buChar char=""/>
            </a:pPr>
            <a:r>
              <a:rPr lang="en-US" sz="2400" b="0" strike="noStrike" spc="-1">
                <a:latin typeface="Arial"/>
              </a:rPr>
              <a:t>Third Outline Level</a:t>
            </a:r>
          </a:p>
          <a:p>
            <a:pPr marL="1728000" lvl="3" indent="-216000">
              <a:spcBef>
                <a:spcPts val="567"/>
              </a:spcBef>
              <a:buClr>
                <a:srgbClr val="000000"/>
              </a:buClr>
              <a:buSzPct val="75000"/>
              <a:buFont typeface="Symbol" charset="2"/>
              <a:buChar char=""/>
            </a:pPr>
            <a:r>
              <a:rPr lang="en-US" sz="2000" b="0" strike="noStrike" spc="-1">
                <a:latin typeface="Arial"/>
              </a:rPr>
              <a:t>Fourth Outline Level</a:t>
            </a:r>
          </a:p>
          <a:p>
            <a:pPr marL="2160000" lvl="4" indent="-216000">
              <a:spcBef>
                <a:spcPts val="283"/>
              </a:spcBef>
              <a:buClr>
                <a:srgbClr val="000000"/>
              </a:buClr>
              <a:buSzPct val="45000"/>
              <a:buFont typeface="Wingdings" charset="2"/>
              <a:buChar char=""/>
            </a:pPr>
            <a:r>
              <a:rPr lang="en-US" sz="2000" b="0" strike="noStrike" spc="-1">
                <a:latin typeface="Arial"/>
              </a:rPr>
              <a:t>Fifth Outline Level</a:t>
            </a:r>
          </a:p>
          <a:p>
            <a:pPr marL="2592000" lvl="5" indent="-216000">
              <a:spcBef>
                <a:spcPts val="283"/>
              </a:spcBef>
              <a:buClr>
                <a:srgbClr val="000000"/>
              </a:buClr>
              <a:buSzPct val="45000"/>
              <a:buFont typeface="Wingdings" charset="2"/>
              <a:buChar char=""/>
            </a:pPr>
            <a:r>
              <a:rPr lang="en-US" sz="2000" b="0" strike="noStrike" spc="-1">
                <a:latin typeface="Arial"/>
              </a:rPr>
              <a:t>Sixth Outline Level</a:t>
            </a:r>
          </a:p>
          <a:p>
            <a:pPr marL="3024000" lvl="6" indent="-216000">
              <a:spcBef>
                <a:spcPts val="283"/>
              </a:spcBef>
              <a:buClr>
                <a:srgbClr val="000000"/>
              </a:buClr>
              <a:buSzPct val="45000"/>
              <a:buFont typeface="Wingdings" charset="2"/>
              <a:buChar char=""/>
            </a:pPr>
            <a:r>
              <a:rPr lang="en-US"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uk-U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rotWithShape="0">
          <a:gsLst>
            <a:gs pos="0">
              <a:srgbClr val="8F2585"/>
            </a:gs>
            <a:gs pos="100000">
              <a:srgbClr val="F26D26"/>
            </a:gs>
          </a:gsLst>
          <a:lin ang="10800000"/>
        </a:gradFill>
        <a:effectLst/>
      </p:bgPr>
    </p:bg>
    <p:spTree>
      <p:nvGrpSpPr>
        <p:cNvPr id="1" name=""/>
        <p:cNvGrpSpPr/>
        <p:nvPr/>
      </p:nvGrpSpPr>
      <p:grpSpPr>
        <a:xfrm>
          <a:off x="0" y="0"/>
          <a:ext cx="0" cy="0"/>
          <a:chOff x="0" y="0"/>
          <a:chExt cx="0" cy="0"/>
        </a:xfrm>
      </p:grpSpPr>
      <p:pic>
        <p:nvPicPr>
          <p:cNvPr id="40" name="Picture 8"/>
          <p:cNvPicPr/>
          <p:nvPr/>
        </p:nvPicPr>
        <p:blipFill>
          <a:blip r:embed="rId14"/>
          <a:stretch/>
        </p:blipFill>
        <p:spPr>
          <a:xfrm>
            <a:off x="9959040" y="5906880"/>
            <a:ext cx="1544040" cy="262440"/>
          </a:xfrm>
          <a:prstGeom prst="rect">
            <a:avLst/>
          </a:prstGeom>
          <a:ln>
            <a:noFill/>
          </a:ln>
        </p:spPr>
      </p:pic>
      <p:sp>
        <p:nvSpPr>
          <p:cNvPr id="41"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r>
              <a:rPr lang="en-US" sz="4400" b="0" strike="noStrike" spc="-1">
                <a:latin typeface="Arial"/>
              </a:rPr>
              <a:t>Click to edit the title text format</a:t>
            </a:r>
          </a:p>
        </p:txBody>
      </p:sp>
      <p:sp>
        <p:nvSpPr>
          <p:cNvPr id="42" name="PlaceHolder 2"/>
          <p:cNvSpPr>
            <a:spLocks noGrp="1"/>
          </p:cNvSpPr>
          <p:nvPr>
            <p:ph type="body"/>
          </p:nvPr>
        </p:nvSpPr>
        <p:spPr>
          <a:xfrm>
            <a:off x="609480" y="1604520"/>
            <a:ext cx="1097244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en-US"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latin typeface="Arial"/>
              </a:rPr>
              <a:t>Second Outline Level</a:t>
            </a:r>
          </a:p>
          <a:p>
            <a:pPr marL="1296000" lvl="2" indent="-288000">
              <a:spcBef>
                <a:spcPts val="850"/>
              </a:spcBef>
              <a:buClr>
                <a:srgbClr val="000000"/>
              </a:buClr>
              <a:buSzPct val="45000"/>
              <a:buFont typeface="Wingdings" charset="2"/>
              <a:buChar char=""/>
            </a:pPr>
            <a:r>
              <a:rPr lang="en-US" sz="2400" b="0" strike="noStrike" spc="-1">
                <a:latin typeface="Arial"/>
              </a:rPr>
              <a:t>Third Outline Level</a:t>
            </a:r>
          </a:p>
          <a:p>
            <a:pPr marL="1728000" lvl="3" indent="-216000">
              <a:spcBef>
                <a:spcPts val="567"/>
              </a:spcBef>
              <a:buClr>
                <a:srgbClr val="000000"/>
              </a:buClr>
              <a:buSzPct val="75000"/>
              <a:buFont typeface="Symbol" charset="2"/>
              <a:buChar char=""/>
            </a:pPr>
            <a:r>
              <a:rPr lang="en-US" sz="2000" b="0" strike="noStrike" spc="-1">
                <a:latin typeface="Arial"/>
              </a:rPr>
              <a:t>Fourth Outline Level</a:t>
            </a:r>
          </a:p>
          <a:p>
            <a:pPr marL="2160000" lvl="4" indent="-216000">
              <a:spcBef>
                <a:spcPts val="283"/>
              </a:spcBef>
              <a:buClr>
                <a:srgbClr val="000000"/>
              </a:buClr>
              <a:buSzPct val="45000"/>
              <a:buFont typeface="Wingdings" charset="2"/>
              <a:buChar char=""/>
            </a:pPr>
            <a:r>
              <a:rPr lang="en-US" sz="2000" b="0" strike="noStrike" spc="-1">
                <a:latin typeface="Arial"/>
              </a:rPr>
              <a:t>Fifth Outline Level</a:t>
            </a:r>
          </a:p>
          <a:p>
            <a:pPr marL="2592000" lvl="5" indent="-216000">
              <a:spcBef>
                <a:spcPts val="283"/>
              </a:spcBef>
              <a:buClr>
                <a:srgbClr val="000000"/>
              </a:buClr>
              <a:buSzPct val="45000"/>
              <a:buFont typeface="Wingdings" charset="2"/>
              <a:buChar char=""/>
            </a:pPr>
            <a:r>
              <a:rPr lang="en-US" sz="2000" b="0" strike="noStrike" spc="-1">
                <a:latin typeface="Arial"/>
              </a:rPr>
              <a:t>Sixth Outline Level</a:t>
            </a:r>
          </a:p>
          <a:p>
            <a:pPr marL="3024000" lvl="6" indent="-216000">
              <a:spcBef>
                <a:spcPts val="283"/>
              </a:spcBef>
              <a:buClr>
                <a:srgbClr val="000000"/>
              </a:buClr>
              <a:buSzPct val="45000"/>
              <a:buFont typeface="Wingdings" charset="2"/>
              <a:buChar char=""/>
            </a:pPr>
            <a:r>
              <a:rPr lang="en-US"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uk-U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gradFill rotWithShape="0">
          <a:gsLst>
            <a:gs pos="0">
              <a:srgbClr val="8F2585"/>
            </a:gs>
            <a:gs pos="100000">
              <a:srgbClr val="F26D26"/>
            </a:gs>
          </a:gsLst>
          <a:lin ang="10800000"/>
        </a:gradFill>
        <a:effectLst/>
      </p:bgPr>
    </p:bg>
    <p:spTree>
      <p:nvGrpSpPr>
        <p:cNvPr id="1" name=""/>
        <p:cNvGrpSpPr/>
        <p:nvPr/>
      </p:nvGrpSpPr>
      <p:grpSpPr>
        <a:xfrm>
          <a:off x="0" y="0"/>
          <a:ext cx="0" cy="0"/>
          <a:chOff x="0" y="0"/>
          <a:chExt cx="0" cy="0"/>
        </a:xfrm>
      </p:grpSpPr>
      <p:pic>
        <p:nvPicPr>
          <p:cNvPr id="79" name="Picture 8"/>
          <p:cNvPicPr/>
          <p:nvPr/>
        </p:nvPicPr>
        <p:blipFill>
          <a:blip r:embed="rId14"/>
          <a:stretch/>
        </p:blipFill>
        <p:spPr>
          <a:xfrm>
            <a:off x="9959040" y="5906880"/>
            <a:ext cx="1544040" cy="262440"/>
          </a:xfrm>
          <a:prstGeom prst="rect">
            <a:avLst/>
          </a:prstGeom>
          <a:ln>
            <a:noFill/>
          </a:ln>
        </p:spPr>
      </p:pic>
      <p:sp>
        <p:nvSpPr>
          <p:cNvPr id="80" name="PlaceHolder 1"/>
          <p:cNvSpPr>
            <a:spLocks noGrp="1"/>
          </p:cNvSpPr>
          <p:nvPr>
            <p:ph type="title"/>
          </p:nvPr>
        </p:nvSpPr>
        <p:spPr>
          <a:xfrm>
            <a:off x="609480" y="273600"/>
            <a:ext cx="10972440" cy="1144800"/>
          </a:xfrm>
          <a:prstGeom prst="rect">
            <a:avLst/>
          </a:prstGeom>
        </p:spPr>
        <p:txBody>
          <a:bodyPr lIns="0" tIns="0" rIns="0" bIns="0" anchor="ctr">
            <a:noAutofit/>
          </a:bodyPr>
          <a:lstStyle/>
          <a:p>
            <a:pPr algn="ctr"/>
            <a:r>
              <a:rPr lang="en-US" sz="4400" b="0" strike="noStrike" spc="-1">
                <a:latin typeface="Arial"/>
              </a:rPr>
              <a:t>Click to edit the title text format</a:t>
            </a:r>
          </a:p>
        </p:txBody>
      </p:sp>
      <p:sp>
        <p:nvSpPr>
          <p:cNvPr id="81" name="PlaceHolder 2"/>
          <p:cNvSpPr>
            <a:spLocks noGrp="1"/>
          </p:cNvSpPr>
          <p:nvPr>
            <p:ph type="body"/>
          </p:nvPr>
        </p:nvSpPr>
        <p:spPr>
          <a:xfrm>
            <a:off x="609480" y="1604520"/>
            <a:ext cx="1097244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en-US"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latin typeface="Arial"/>
              </a:rPr>
              <a:t>Second Outline Level</a:t>
            </a:r>
          </a:p>
          <a:p>
            <a:pPr marL="1296000" lvl="2" indent="-288000">
              <a:spcBef>
                <a:spcPts val="850"/>
              </a:spcBef>
              <a:buClr>
                <a:srgbClr val="000000"/>
              </a:buClr>
              <a:buSzPct val="45000"/>
              <a:buFont typeface="Wingdings" charset="2"/>
              <a:buChar char=""/>
            </a:pPr>
            <a:r>
              <a:rPr lang="en-US" sz="2400" b="0" strike="noStrike" spc="-1">
                <a:latin typeface="Arial"/>
              </a:rPr>
              <a:t>Third Outline Level</a:t>
            </a:r>
          </a:p>
          <a:p>
            <a:pPr marL="1728000" lvl="3" indent="-216000">
              <a:spcBef>
                <a:spcPts val="567"/>
              </a:spcBef>
              <a:buClr>
                <a:srgbClr val="000000"/>
              </a:buClr>
              <a:buSzPct val="75000"/>
              <a:buFont typeface="Symbol" charset="2"/>
              <a:buChar char=""/>
            </a:pPr>
            <a:r>
              <a:rPr lang="en-US" sz="2000" b="0" strike="noStrike" spc="-1">
                <a:latin typeface="Arial"/>
              </a:rPr>
              <a:t>Fourth Outline Level</a:t>
            </a:r>
          </a:p>
          <a:p>
            <a:pPr marL="2160000" lvl="4" indent="-216000">
              <a:spcBef>
                <a:spcPts val="283"/>
              </a:spcBef>
              <a:buClr>
                <a:srgbClr val="000000"/>
              </a:buClr>
              <a:buSzPct val="45000"/>
              <a:buFont typeface="Wingdings" charset="2"/>
              <a:buChar char=""/>
            </a:pPr>
            <a:r>
              <a:rPr lang="en-US" sz="2000" b="0" strike="noStrike" spc="-1">
                <a:latin typeface="Arial"/>
              </a:rPr>
              <a:t>Fifth Outline Level</a:t>
            </a:r>
          </a:p>
          <a:p>
            <a:pPr marL="2592000" lvl="5" indent="-216000">
              <a:spcBef>
                <a:spcPts val="283"/>
              </a:spcBef>
              <a:buClr>
                <a:srgbClr val="000000"/>
              </a:buClr>
              <a:buSzPct val="45000"/>
              <a:buFont typeface="Wingdings" charset="2"/>
              <a:buChar char=""/>
            </a:pPr>
            <a:r>
              <a:rPr lang="en-US" sz="2000" b="0" strike="noStrike" spc="-1">
                <a:latin typeface="Arial"/>
              </a:rPr>
              <a:t>Sixth Outline Level</a:t>
            </a:r>
          </a:p>
          <a:p>
            <a:pPr marL="3024000" lvl="6" indent="-216000">
              <a:spcBef>
                <a:spcPts val="283"/>
              </a:spcBef>
              <a:buClr>
                <a:srgbClr val="000000"/>
              </a:buClr>
              <a:buSzPct val="45000"/>
              <a:buFont typeface="Wingdings" charset="2"/>
              <a:buChar char=""/>
            </a:pPr>
            <a:r>
              <a:rPr lang="en-US"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uk-U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157" name="Picture 8"/>
          <p:cNvPicPr/>
          <p:nvPr/>
        </p:nvPicPr>
        <p:blipFill>
          <a:blip r:embed="rId14"/>
          <a:stretch/>
        </p:blipFill>
        <p:spPr>
          <a:xfrm>
            <a:off x="9959040" y="5906880"/>
            <a:ext cx="1544040" cy="262440"/>
          </a:xfrm>
          <a:prstGeom prst="rect">
            <a:avLst/>
          </a:prstGeom>
          <a:ln>
            <a:noFill/>
          </a:ln>
        </p:spPr>
      </p:pic>
      <p:sp>
        <p:nvSpPr>
          <p:cNvPr id="158" name="CustomShape 1"/>
          <p:cNvSpPr/>
          <p:nvPr/>
        </p:nvSpPr>
        <p:spPr>
          <a:xfrm>
            <a:off x="9487080" y="236880"/>
            <a:ext cx="2118600" cy="2570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r">
              <a:lnSpc>
                <a:spcPct val="100000"/>
              </a:lnSpc>
            </a:pPr>
            <a:r>
              <a:rPr lang="en-US" sz="1100" b="0" strike="noStrike" spc="-1">
                <a:solidFill>
                  <a:srgbClr val="000000"/>
                </a:solidFill>
                <a:latin typeface="Open Sans Regular"/>
                <a:ea typeface="Open Sans Regular"/>
              </a:rPr>
              <a:t>SoftServe Confidential</a:t>
            </a:r>
            <a:endParaRPr lang="en-US" sz="1100" b="0" strike="noStrike" spc="-1">
              <a:latin typeface="Arial"/>
            </a:endParaRPr>
          </a:p>
        </p:txBody>
      </p:sp>
      <p:sp>
        <p:nvSpPr>
          <p:cNvPr id="159" name="PlaceHolder 2"/>
          <p:cNvSpPr>
            <a:spLocks noGrp="1"/>
          </p:cNvSpPr>
          <p:nvPr>
            <p:ph type="title"/>
          </p:nvPr>
        </p:nvSpPr>
        <p:spPr>
          <a:xfrm>
            <a:off x="609480" y="273600"/>
            <a:ext cx="10972440" cy="1144800"/>
          </a:xfrm>
          <a:prstGeom prst="rect">
            <a:avLst/>
          </a:prstGeom>
        </p:spPr>
        <p:txBody>
          <a:bodyPr lIns="0" tIns="0" rIns="0" bIns="0" anchor="ctr">
            <a:noAutofit/>
          </a:bodyPr>
          <a:lstStyle/>
          <a:p>
            <a:pPr algn="ctr"/>
            <a:r>
              <a:rPr lang="en-US" sz="4400" b="0" strike="noStrike" spc="-1">
                <a:latin typeface="Arial"/>
              </a:rPr>
              <a:t>Click to edit the title text format</a:t>
            </a:r>
          </a:p>
        </p:txBody>
      </p:sp>
      <p:sp>
        <p:nvSpPr>
          <p:cNvPr id="160" name="PlaceHolder 3"/>
          <p:cNvSpPr>
            <a:spLocks noGrp="1"/>
          </p:cNvSpPr>
          <p:nvPr>
            <p:ph type="body"/>
          </p:nvPr>
        </p:nvSpPr>
        <p:spPr>
          <a:xfrm>
            <a:off x="609480" y="1604520"/>
            <a:ext cx="10972440" cy="3977280"/>
          </a:xfrm>
          <a:prstGeom prst="rect">
            <a:avLst/>
          </a:prstGeom>
        </p:spPr>
        <p:txBody>
          <a:bodyPr lIns="0" tIns="0" rIns="0" bIns="0">
            <a:normAutofit/>
          </a:bodyPr>
          <a:lstStyle/>
          <a:p>
            <a:pPr marL="432000" indent="-324000">
              <a:spcBef>
                <a:spcPts val="1417"/>
              </a:spcBef>
              <a:buClr>
                <a:srgbClr val="FFFFFF"/>
              </a:buClr>
              <a:buSzPct val="45000"/>
              <a:buFont typeface="Wingdings" charset="2"/>
              <a:buChar char=""/>
            </a:pPr>
            <a:r>
              <a:rPr lang="en-US" sz="3200" b="0" strike="noStrike" spc="-1">
                <a:latin typeface="Arial"/>
              </a:rPr>
              <a:t>Click to edit the outline text format</a:t>
            </a:r>
          </a:p>
          <a:p>
            <a:pPr marL="864000" lvl="1" indent="-324000">
              <a:spcBef>
                <a:spcPts val="1134"/>
              </a:spcBef>
              <a:buClr>
                <a:srgbClr val="FFFFFF"/>
              </a:buClr>
              <a:buSzPct val="75000"/>
              <a:buFont typeface="Symbol" charset="2"/>
              <a:buChar char=""/>
            </a:pPr>
            <a:r>
              <a:rPr lang="en-US" sz="2800" b="0" strike="noStrike" spc="-1">
                <a:latin typeface="Arial"/>
              </a:rPr>
              <a:t>Second Outline Level</a:t>
            </a:r>
          </a:p>
          <a:p>
            <a:pPr marL="1296000" lvl="2" indent="-288000">
              <a:spcBef>
                <a:spcPts val="850"/>
              </a:spcBef>
              <a:buClr>
                <a:srgbClr val="FFFFFF"/>
              </a:buClr>
              <a:buSzPct val="45000"/>
              <a:buFont typeface="Wingdings" charset="2"/>
              <a:buChar char=""/>
            </a:pPr>
            <a:r>
              <a:rPr lang="en-US" sz="2400" b="0" strike="noStrike" spc="-1">
                <a:latin typeface="Arial"/>
              </a:rPr>
              <a:t>Third Outline Level</a:t>
            </a:r>
          </a:p>
          <a:p>
            <a:pPr marL="1728000" lvl="3" indent="-216000">
              <a:spcBef>
                <a:spcPts val="567"/>
              </a:spcBef>
              <a:buClr>
                <a:srgbClr val="FFFFFF"/>
              </a:buClr>
              <a:buSzPct val="75000"/>
              <a:buFont typeface="Symbol" charset="2"/>
              <a:buChar char=""/>
            </a:pPr>
            <a:r>
              <a:rPr lang="en-US" sz="2000" b="0" strike="noStrike" spc="-1">
                <a:latin typeface="Arial"/>
              </a:rPr>
              <a:t>Fourth Outline Level</a:t>
            </a:r>
          </a:p>
          <a:p>
            <a:pPr marL="2160000" lvl="4" indent="-216000">
              <a:spcBef>
                <a:spcPts val="283"/>
              </a:spcBef>
              <a:buClr>
                <a:srgbClr val="FFFFFF"/>
              </a:buClr>
              <a:buSzPct val="45000"/>
              <a:buFont typeface="Wingdings" charset="2"/>
              <a:buChar char=""/>
            </a:pPr>
            <a:r>
              <a:rPr lang="en-US" sz="2000" b="0" strike="noStrike" spc="-1">
                <a:latin typeface="Arial"/>
              </a:rPr>
              <a:t>Fifth Outline Level</a:t>
            </a:r>
          </a:p>
          <a:p>
            <a:pPr marL="2592000" lvl="5" indent="-216000">
              <a:spcBef>
                <a:spcPts val="283"/>
              </a:spcBef>
              <a:buClr>
                <a:srgbClr val="FFFFFF"/>
              </a:buClr>
              <a:buSzPct val="45000"/>
              <a:buFont typeface="Wingdings" charset="2"/>
              <a:buChar char=""/>
            </a:pPr>
            <a:r>
              <a:rPr lang="en-US" sz="2000" b="0" strike="noStrike" spc="-1">
                <a:latin typeface="Arial"/>
              </a:rPr>
              <a:t>Sixth Outline Level</a:t>
            </a:r>
          </a:p>
          <a:p>
            <a:pPr marL="3024000" lvl="6" indent="-216000">
              <a:spcBef>
                <a:spcPts val="283"/>
              </a:spcBef>
              <a:buClr>
                <a:srgbClr val="FFFFFF"/>
              </a:buClr>
              <a:buSzPct val="45000"/>
              <a:buFont typeface="Wingdings" charset="2"/>
              <a:buChar char=""/>
            </a:pPr>
            <a:r>
              <a:rPr lang="en-US"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701" r:id="rId1"/>
    <p:sldLayoutId id="2147483702" r:id="rId2"/>
    <p:sldLayoutId id="2147483703" r:id="rId3"/>
    <p:sldLayoutId id="2147483704" r:id="rId4"/>
    <p:sldLayoutId id="2147483705" r:id="rId5"/>
    <p:sldLayoutId id="2147483706" r:id="rId6"/>
    <p:sldLayoutId id="2147483707" r:id="rId7"/>
    <p:sldLayoutId id="2147483708" r:id="rId8"/>
    <p:sldLayoutId id="2147483709" r:id="rId9"/>
    <p:sldLayoutId id="2147483710" r:id="rId10"/>
    <p:sldLayoutId id="2147483711" r:id="rId11"/>
    <p:sldLayoutId id="2147483712"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uk-U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3.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3.xml"/><Relationship Id="rId5" Type="http://schemas.openxmlformats.org/officeDocument/2006/relationships/image" Target="../media/image19.pn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4.xml"/><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hyperlink" Target="https://jsx.github.io/" TargetMode="Externa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5.xml"/><Relationship Id="rId5" Type="http://schemas.openxmlformats.org/officeDocument/2006/relationships/image" Target="../media/image29.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3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 name="CustomShape 1"/>
          <p:cNvSpPr/>
          <p:nvPr/>
        </p:nvSpPr>
        <p:spPr>
          <a:xfrm>
            <a:off x="685800" y="5915160"/>
            <a:ext cx="3464280" cy="292320"/>
          </a:xfrm>
          <a:prstGeom prst="rect">
            <a:avLst/>
          </a:prstGeom>
          <a:noFill/>
          <a:ln>
            <a:noFill/>
          </a:ln>
        </p:spPr>
        <p:style>
          <a:lnRef idx="0">
            <a:scrgbClr r="0" g="0" b="0"/>
          </a:lnRef>
          <a:fillRef idx="0">
            <a:scrgbClr r="0" g="0" b="0"/>
          </a:fillRef>
          <a:effectRef idx="0">
            <a:scrgbClr r="0" g="0" b="0"/>
          </a:effectRef>
          <a:fontRef idx="minor"/>
        </p:style>
      </p:sp>
      <p:sp>
        <p:nvSpPr>
          <p:cNvPr id="204" name="CustomShape 2"/>
          <p:cNvSpPr/>
          <p:nvPr/>
        </p:nvSpPr>
        <p:spPr>
          <a:xfrm>
            <a:off x="199440" y="329760"/>
            <a:ext cx="12387960" cy="66801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oAutofit/>
          </a:bodyPr>
          <a:lstStyle/>
          <a:p>
            <a:pPr>
              <a:lnSpc>
                <a:spcPct val="100000"/>
              </a:lnSpc>
            </a:pPr>
            <a:r>
              <a:rPr lang="en-US" sz="6600" b="0" strike="noStrike" spc="-1">
                <a:solidFill>
                  <a:srgbClr val="FFFFFF"/>
                </a:solidFill>
                <a:latin typeface="Arial"/>
                <a:ea typeface="DejaVu Sans"/>
              </a:rPr>
              <a:t>JavaScript Code Convention, Linters: JSLint, JSHint, ESLint. </a:t>
            </a:r>
            <a:endParaRPr lang="en-US" sz="6600" b="0" strike="noStrike" spc="-1">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 name="CustomShape 1"/>
          <p:cNvSpPr/>
          <p:nvPr/>
        </p:nvSpPr>
        <p:spPr>
          <a:xfrm>
            <a:off x="685800" y="2057400"/>
            <a:ext cx="1978200" cy="682920"/>
          </a:xfrm>
          <a:prstGeom prst="rect">
            <a:avLst/>
          </a:prstGeom>
          <a:noFill/>
          <a:ln>
            <a:noFill/>
          </a:ln>
        </p:spPr>
        <p:style>
          <a:lnRef idx="0">
            <a:scrgbClr r="0" g="0" b="0"/>
          </a:lnRef>
          <a:fillRef idx="0">
            <a:scrgbClr r="0" g="0" b="0"/>
          </a:fillRef>
          <a:effectRef idx="0">
            <a:scrgbClr r="0" g="0" b="0"/>
          </a:effectRef>
          <a:fontRef idx="minor"/>
        </p:style>
      </p:sp>
      <p:sp>
        <p:nvSpPr>
          <p:cNvPr id="206" name="CustomShape 2"/>
          <p:cNvSpPr/>
          <p:nvPr/>
        </p:nvSpPr>
        <p:spPr>
          <a:xfrm>
            <a:off x="2895480" y="2057400"/>
            <a:ext cx="1978200" cy="682920"/>
          </a:xfrm>
          <a:prstGeom prst="rect">
            <a:avLst/>
          </a:prstGeom>
          <a:noFill/>
          <a:ln>
            <a:noFill/>
          </a:ln>
        </p:spPr>
        <p:style>
          <a:lnRef idx="0">
            <a:scrgbClr r="0" g="0" b="0"/>
          </a:lnRef>
          <a:fillRef idx="0">
            <a:scrgbClr r="0" g="0" b="0"/>
          </a:fillRef>
          <a:effectRef idx="0">
            <a:scrgbClr r="0" g="0" b="0"/>
          </a:effectRef>
          <a:fontRef idx="minor"/>
        </p:style>
      </p:sp>
      <p:sp>
        <p:nvSpPr>
          <p:cNvPr id="207" name="CustomShape 3"/>
          <p:cNvSpPr/>
          <p:nvPr/>
        </p:nvSpPr>
        <p:spPr>
          <a:xfrm>
            <a:off x="5105520" y="2057400"/>
            <a:ext cx="1978200" cy="682920"/>
          </a:xfrm>
          <a:prstGeom prst="rect">
            <a:avLst/>
          </a:prstGeom>
          <a:noFill/>
          <a:ln>
            <a:noFill/>
          </a:ln>
        </p:spPr>
        <p:style>
          <a:lnRef idx="0">
            <a:scrgbClr r="0" g="0" b="0"/>
          </a:lnRef>
          <a:fillRef idx="0">
            <a:scrgbClr r="0" g="0" b="0"/>
          </a:fillRef>
          <a:effectRef idx="0">
            <a:scrgbClr r="0" g="0" b="0"/>
          </a:effectRef>
          <a:fontRef idx="minor"/>
        </p:style>
      </p:sp>
      <p:sp>
        <p:nvSpPr>
          <p:cNvPr id="208" name="CustomShape 4"/>
          <p:cNvSpPr/>
          <p:nvPr/>
        </p:nvSpPr>
        <p:spPr>
          <a:xfrm>
            <a:off x="7315200" y="2057400"/>
            <a:ext cx="1978200" cy="682920"/>
          </a:xfrm>
          <a:prstGeom prst="rect">
            <a:avLst/>
          </a:prstGeom>
          <a:noFill/>
          <a:ln>
            <a:noFill/>
          </a:ln>
        </p:spPr>
        <p:style>
          <a:lnRef idx="0">
            <a:scrgbClr r="0" g="0" b="0"/>
          </a:lnRef>
          <a:fillRef idx="0">
            <a:scrgbClr r="0" g="0" b="0"/>
          </a:fillRef>
          <a:effectRef idx="0">
            <a:scrgbClr r="0" g="0" b="0"/>
          </a:effectRef>
          <a:fontRef idx="minor"/>
        </p:style>
      </p:sp>
      <p:sp>
        <p:nvSpPr>
          <p:cNvPr id="209" name="CustomShape 5"/>
          <p:cNvSpPr/>
          <p:nvPr/>
        </p:nvSpPr>
        <p:spPr>
          <a:xfrm>
            <a:off x="9524880" y="2057400"/>
            <a:ext cx="1978200" cy="682920"/>
          </a:xfrm>
          <a:prstGeom prst="rect">
            <a:avLst/>
          </a:prstGeom>
          <a:noFill/>
          <a:ln>
            <a:noFill/>
          </a:ln>
        </p:spPr>
        <p:style>
          <a:lnRef idx="0">
            <a:scrgbClr r="0" g="0" b="0"/>
          </a:lnRef>
          <a:fillRef idx="0">
            <a:scrgbClr r="0" g="0" b="0"/>
          </a:fillRef>
          <a:effectRef idx="0">
            <a:scrgbClr r="0" g="0" b="0"/>
          </a:effectRef>
          <a:fontRef idx="minor"/>
        </p:style>
      </p:sp>
      <p:sp>
        <p:nvSpPr>
          <p:cNvPr id="210" name="CustomShape 6"/>
          <p:cNvSpPr/>
          <p:nvPr/>
        </p:nvSpPr>
        <p:spPr>
          <a:xfrm>
            <a:off x="685800" y="685800"/>
            <a:ext cx="10817640" cy="682920"/>
          </a:xfrm>
          <a:prstGeom prst="rect">
            <a:avLst/>
          </a:prstGeom>
          <a:noFill/>
          <a:ln>
            <a:noFill/>
          </a:ln>
        </p:spPr>
        <p:style>
          <a:lnRef idx="0">
            <a:scrgbClr r="0" g="0" b="0"/>
          </a:lnRef>
          <a:fillRef idx="0">
            <a:scrgbClr r="0" g="0" b="0"/>
          </a:fillRef>
          <a:effectRef idx="0">
            <a:scrgbClr r="0" g="0" b="0"/>
          </a:effectRef>
          <a:fontRef idx="minor"/>
        </p:style>
      </p:sp>
      <p:sp>
        <p:nvSpPr>
          <p:cNvPr id="211" name="CustomShape 7"/>
          <p:cNvSpPr/>
          <p:nvPr/>
        </p:nvSpPr>
        <p:spPr>
          <a:xfrm>
            <a:off x="179806" y="227520"/>
            <a:ext cx="12096748" cy="740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oAutofit/>
          </a:bodyPr>
          <a:lstStyle/>
          <a:p>
            <a:pPr algn="ctr">
              <a:lnSpc>
                <a:spcPct val="100000"/>
              </a:lnSpc>
            </a:pPr>
            <a:r>
              <a:rPr lang="en-US" sz="4400" b="0" strike="noStrike" spc="-1" dirty="0">
                <a:solidFill>
                  <a:srgbClr val="FFFFFF"/>
                </a:solidFill>
                <a:latin typeface="Proxima Nova Black"/>
                <a:ea typeface="DejaVu Sans"/>
              </a:rPr>
              <a:t>Why We Need JavaScript Coding Conventions?</a:t>
            </a:r>
            <a:endParaRPr lang="en-US" sz="4400" b="0" strike="noStrike" spc="-1" dirty="0">
              <a:latin typeface="Arial"/>
            </a:endParaRPr>
          </a:p>
        </p:txBody>
      </p:sp>
      <p:sp>
        <p:nvSpPr>
          <p:cNvPr id="213" name="CustomShape 9"/>
          <p:cNvSpPr/>
          <p:nvPr/>
        </p:nvSpPr>
        <p:spPr>
          <a:xfrm>
            <a:off x="883191" y="1098360"/>
            <a:ext cx="10627560" cy="5759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342900" indent="-342900" algn="just">
              <a:lnSpc>
                <a:spcPct val="150000"/>
              </a:lnSpc>
              <a:buFont typeface="Arial" panose="020B0604020202020204" pitchFamily="34" charset="0"/>
              <a:buChar char="•"/>
            </a:pPr>
            <a:r>
              <a:rPr lang="en-US" sz="2400" b="0" strike="noStrike" spc="-1" dirty="0">
                <a:solidFill>
                  <a:srgbClr val="FFFFFF"/>
                </a:solidFill>
                <a:latin typeface="Arial"/>
                <a:ea typeface="DejaVu Sans"/>
              </a:rPr>
              <a:t>Having conventions make things easier to understand since codebases follow the same patterns.</a:t>
            </a:r>
            <a:endParaRPr lang="en-US" sz="2400" b="0" strike="noStrike" spc="-1" dirty="0">
              <a:latin typeface="Arial"/>
            </a:endParaRPr>
          </a:p>
          <a:p>
            <a:pPr marL="342900" indent="-342900" algn="just">
              <a:lnSpc>
                <a:spcPct val="150000"/>
              </a:lnSpc>
              <a:buFont typeface="Arial" panose="020B0604020202020204" pitchFamily="34" charset="0"/>
              <a:buChar char="•"/>
            </a:pPr>
            <a:r>
              <a:rPr lang="en-US" sz="2400" b="0" strike="noStrike" spc="-1" dirty="0">
                <a:solidFill>
                  <a:srgbClr val="FFFFFF"/>
                </a:solidFill>
                <a:latin typeface="Arial"/>
                <a:ea typeface="DejaVu Sans"/>
              </a:rPr>
              <a:t>Naming and declaration of variables, functions, classes, and other entities are consistent in their naming scheme. This means that we can understand code easier and makes things more predictable.</a:t>
            </a:r>
            <a:endParaRPr lang="en-US" sz="2400" b="0" strike="noStrike" spc="-1" dirty="0">
              <a:latin typeface="Arial"/>
            </a:endParaRPr>
          </a:p>
          <a:p>
            <a:pPr marL="342900" indent="-342900" algn="just">
              <a:lnSpc>
                <a:spcPct val="150000"/>
              </a:lnSpc>
              <a:buFont typeface="Arial" panose="020B0604020202020204" pitchFamily="34" charset="0"/>
              <a:buChar char="•"/>
            </a:pPr>
            <a:r>
              <a:rPr lang="en-US" sz="2400" b="0" strike="noStrike" spc="-1" dirty="0">
                <a:solidFill>
                  <a:srgbClr val="FFFFFF"/>
                </a:solidFill>
                <a:latin typeface="Arial"/>
                <a:ea typeface="DejaVu Sans"/>
              </a:rPr>
              <a:t>White space, indentation, and comments make code easy to read and don’t clutter up the screen.</a:t>
            </a:r>
            <a:endParaRPr lang="en-US" sz="2400" b="0" strike="noStrike" spc="-1" dirty="0">
              <a:latin typeface="Arial"/>
            </a:endParaRPr>
          </a:p>
          <a:p>
            <a:pPr marL="342900" indent="-342900" algn="just">
              <a:lnSpc>
                <a:spcPct val="150000"/>
              </a:lnSpc>
              <a:buFont typeface="Arial" panose="020B0604020202020204" pitchFamily="34" charset="0"/>
              <a:buChar char="•"/>
            </a:pPr>
            <a:r>
              <a:rPr lang="en-US" sz="2400" b="0" strike="noStrike" spc="-1" dirty="0">
                <a:solidFill>
                  <a:srgbClr val="FFFFFF"/>
                </a:solidFill>
                <a:latin typeface="Arial"/>
                <a:ea typeface="DejaVu Sans"/>
              </a:rPr>
              <a:t>Also, maintenance is faster since it’s easier to understand and trace. This makes debugging more effective.</a:t>
            </a:r>
            <a:endParaRPr lang="en-US" sz="2400" b="0" strike="noStrike" spc="-1" dirty="0">
              <a:latin typeface="Arial"/>
            </a:endParaRPr>
          </a:p>
          <a:p>
            <a:pPr>
              <a:lnSpc>
                <a:spcPct val="100000"/>
              </a:lnSpc>
            </a:pPr>
            <a:endParaRPr lang="en-US" sz="2400" b="0" strike="noStrike" spc="-1" dirty="0">
              <a:latin typeface="Arial"/>
            </a:endParaRPr>
          </a:p>
          <a:p>
            <a:pPr>
              <a:lnSpc>
                <a:spcPct val="100000"/>
              </a:lnSpc>
            </a:pPr>
            <a:endParaRPr lang="en-US" sz="2400" b="0" strike="noStrike" spc="-1" dirty="0">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7" name="CustomShape 1"/>
          <p:cNvSpPr/>
          <p:nvPr/>
        </p:nvSpPr>
        <p:spPr>
          <a:xfrm>
            <a:off x="685800" y="685800"/>
            <a:ext cx="10817640" cy="682920"/>
          </a:xfrm>
          <a:prstGeom prst="rect">
            <a:avLst/>
          </a:prstGeom>
          <a:noFill/>
          <a:ln>
            <a:noFill/>
          </a:ln>
        </p:spPr>
        <p:style>
          <a:lnRef idx="0">
            <a:scrgbClr r="0" g="0" b="0"/>
          </a:lnRef>
          <a:fillRef idx="0">
            <a:scrgbClr r="0" g="0" b="0"/>
          </a:fillRef>
          <a:effectRef idx="0">
            <a:scrgbClr r="0" g="0" b="0"/>
          </a:effectRef>
          <a:fontRef idx="minor"/>
        </p:style>
      </p:sp>
      <p:sp>
        <p:nvSpPr>
          <p:cNvPr id="248" name="CustomShape 2"/>
          <p:cNvSpPr/>
          <p:nvPr/>
        </p:nvSpPr>
        <p:spPr>
          <a:xfrm>
            <a:off x="685800" y="2057400"/>
            <a:ext cx="10817640" cy="3426120"/>
          </a:xfrm>
          <a:prstGeom prst="rect">
            <a:avLst/>
          </a:prstGeom>
          <a:noFill/>
          <a:ln>
            <a:noFill/>
          </a:ln>
        </p:spPr>
        <p:style>
          <a:lnRef idx="0">
            <a:scrgbClr r="0" g="0" b="0"/>
          </a:lnRef>
          <a:fillRef idx="0">
            <a:scrgbClr r="0" g="0" b="0"/>
          </a:fillRef>
          <a:effectRef idx="0">
            <a:scrgbClr r="0" g="0" b="0"/>
          </a:effectRef>
          <a:fontRef idx="minor"/>
        </p:style>
      </p:sp>
      <p:sp>
        <p:nvSpPr>
          <p:cNvPr id="249" name="CustomShape 3"/>
          <p:cNvSpPr/>
          <p:nvPr/>
        </p:nvSpPr>
        <p:spPr>
          <a:xfrm>
            <a:off x="-84600" y="290160"/>
            <a:ext cx="12360600" cy="14277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ctr">
              <a:lnSpc>
                <a:spcPct val="100000"/>
              </a:lnSpc>
            </a:pPr>
            <a:r>
              <a:rPr lang="en-US" sz="4400" b="0" strike="noStrike" spc="-1">
                <a:solidFill>
                  <a:srgbClr val="FFFFFF"/>
                </a:solidFill>
                <a:latin typeface="Proxima Nova Black"/>
                <a:ea typeface="DejaVu Sans"/>
              </a:rPr>
              <a:t>Code Indentation</a:t>
            </a:r>
            <a:endParaRPr lang="en-US" sz="4400" b="0" strike="noStrike" spc="-1">
              <a:latin typeface="Arial"/>
            </a:endParaRPr>
          </a:p>
          <a:p>
            <a:pPr algn="ctr">
              <a:lnSpc>
                <a:spcPct val="100000"/>
              </a:lnSpc>
            </a:pPr>
            <a:endParaRPr lang="en-US" sz="4400" b="0" strike="noStrike" spc="-1">
              <a:latin typeface="Arial"/>
            </a:endParaRPr>
          </a:p>
        </p:txBody>
      </p:sp>
      <p:sp>
        <p:nvSpPr>
          <p:cNvPr id="250" name="TextShape 4"/>
          <p:cNvSpPr txBox="1"/>
          <p:nvPr/>
        </p:nvSpPr>
        <p:spPr>
          <a:xfrm>
            <a:off x="873540" y="1161720"/>
            <a:ext cx="10629900" cy="423000"/>
          </a:xfrm>
          <a:prstGeom prst="rect">
            <a:avLst/>
          </a:prstGeom>
          <a:noFill/>
          <a:ln>
            <a:noFill/>
          </a:ln>
        </p:spPr>
        <p:txBody>
          <a:bodyPr lIns="90000" tIns="45000" rIns="90000" bIns="45000">
            <a:noAutofit/>
          </a:bodyPr>
          <a:lstStyle/>
          <a:p>
            <a:pPr marL="285750" indent="-285750">
              <a:buFont typeface="Arial" panose="020B0604020202020204" pitchFamily="34" charset="0"/>
              <a:buChar char="•"/>
            </a:pPr>
            <a:r>
              <a:rPr lang="en-US" b="0" strike="noStrike" spc="-1" dirty="0">
                <a:solidFill>
                  <a:schemeClr val="bg1"/>
                </a:solidFill>
                <a:latin typeface="Arial"/>
              </a:rPr>
              <a:t>2 spaces for indentation is the accepted convention for indentation:</a:t>
            </a:r>
            <a:r>
              <a:rPr lang="uk-UA" b="0" strike="noStrike" spc="-1" dirty="0">
                <a:solidFill>
                  <a:schemeClr val="bg1"/>
                </a:solidFill>
                <a:latin typeface="Arial"/>
              </a:rPr>
              <a:t> </a:t>
            </a:r>
            <a:r>
              <a:rPr lang="en-US" b="0" strike="noStrike" spc="-1" dirty="0">
                <a:solidFill>
                  <a:schemeClr val="bg1"/>
                </a:solidFill>
                <a:latin typeface="Arial"/>
              </a:rPr>
              <a:t>For example, the following is good:</a:t>
            </a:r>
          </a:p>
          <a:p>
            <a:endParaRPr lang="en-US" b="0" strike="noStrike" spc="-1" dirty="0">
              <a:solidFill>
                <a:schemeClr val="bg1"/>
              </a:solidFill>
              <a:latin typeface="Arial"/>
            </a:endParaRPr>
          </a:p>
        </p:txBody>
      </p:sp>
      <p:pic>
        <p:nvPicPr>
          <p:cNvPr id="251" name="Рисунок 250"/>
          <p:cNvPicPr/>
          <p:nvPr/>
        </p:nvPicPr>
        <p:blipFill>
          <a:blip r:embed="rId2"/>
          <a:stretch/>
        </p:blipFill>
        <p:spPr>
          <a:xfrm>
            <a:off x="1008720" y="1834093"/>
            <a:ext cx="1847520" cy="609120"/>
          </a:xfrm>
          <a:prstGeom prst="rect">
            <a:avLst/>
          </a:prstGeom>
          <a:ln>
            <a:noFill/>
          </a:ln>
        </p:spPr>
      </p:pic>
      <p:sp>
        <p:nvSpPr>
          <p:cNvPr id="252" name="TextShape 5"/>
          <p:cNvSpPr txBox="1"/>
          <p:nvPr/>
        </p:nvSpPr>
        <p:spPr>
          <a:xfrm>
            <a:off x="957600" y="2578943"/>
            <a:ext cx="3797280" cy="339480"/>
          </a:xfrm>
          <a:prstGeom prst="rect">
            <a:avLst/>
          </a:prstGeom>
          <a:noFill/>
          <a:ln>
            <a:noFill/>
          </a:ln>
        </p:spPr>
        <p:txBody>
          <a:bodyPr lIns="90000" tIns="45000" rIns="90000" bIns="45000">
            <a:noAutofit/>
          </a:bodyPr>
          <a:lstStyle/>
          <a:p>
            <a:r>
              <a:rPr lang="en-US" b="0" strike="noStrike" spc="-1" dirty="0">
                <a:solidFill>
                  <a:schemeClr val="bg1"/>
                </a:solidFill>
                <a:latin typeface="Arial"/>
              </a:rPr>
              <a:t>But the following is bad:</a:t>
            </a:r>
          </a:p>
        </p:txBody>
      </p:sp>
      <p:pic>
        <p:nvPicPr>
          <p:cNvPr id="253" name="Рисунок 252"/>
          <p:cNvPicPr/>
          <p:nvPr/>
        </p:nvPicPr>
        <p:blipFill>
          <a:blip r:embed="rId3"/>
          <a:stretch/>
        </p:blipFill>
        <p:spPr>
          <a:xfrm>
            <a:off x="989640" y="3104100"/>
            <a:ext cx="1866600" cy="666360"/>
          </a:xfrm>
          <a:prstGeom prst="rect">
            <a:avLst/>
          </a:prstGeom>
          <a:ln>
            <a:noFill/>
          </a:ln>
        </p:spPr>
      </p:pic>
      <p:sp>
        <p:nvSpPr>
          <p:cNvPr id="254" name="TextShape 6"/>
          <p:cNvSpPr txBox="1"/>
          <p:nvPr/>
        </p:nvSpPr>
        <p:spPr>
          <a:xfrm>
            <a:off x="957600" y="3966390"/>
            <a:ext cx="10338757" cy="666360"/>
          </a:xfrm>
          <a:prstGeom prst="rect">
            <a:avLst/>
          </a:prstGeom>
          <a:noFill/>
          <a:ln>
            <a:noFill/>
          </a:ln>
        </p:spPr>
        <p:txBody>
          <a:bodyPr lIns="90000" tIns="45000" rIns="90000" bIns="45000">
            <a:noAutofit/>
          </a:bodyPr>
          <a:lstStyle/>
          <a:p>
            <a:pPr marL="285750" indent="-285750">
              <a:buFont typeface="Arial" panose="020B0604020202020204" pitchFamily="34" charset="0"/>
              <a:buChar char="•"/>
            </a:pPr>
            <a:r>
              <a:rPr lang="en-US" b="1" i="1" strike="noStrike" spc="-1" dirty="0">
                <a:solidFill>
                  <a:schemeClr val="bg1"/>
                </a:solidFill>
                <a:latin typeface="Arial"/>
              </a:rPr>
              <a:t>It’s better to use spaces instead of tabs since tabs are interpreted differently by different programs and operating systems.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CustomShape 1"/>
          <p:cNvSpPr/>
          <p:nvPr/>
        </p:nvSpPr>
        <p:spPr>
          <a:xfrm>
            <a:off x="685800" y="685800"/>
            <a:ext cx="10817640" cy="682920"/>
          </a:xfrm>
          <a:prstGeom prst="rect">
            <a:avLst/>
          </a:prstGeom>
          <a:noFill/>
          <a:ln>
            <a:noFill/>
          </a:ln>
        </p:spPr>
        <p:style>
          <a:lnRef idx="0">
            <a:scrgbClr r="0" g="0" b="0"/>
          </a:lnRef>
          <a:fillRef idx="0">
            <a:scrgbClr r="0" g="0" b="0"/>
          </a:fillRef>
          <a:effectRef idx="0">
            <a:scrgbClr r="0" g="0" b="0"/>
          </a:effectRef>
          <a:fontRef idx="minor"/>
        </p:style>
      </p:sp>
      <p:sp>
        <p:nvSpPr>
          <p:cNvPr id="236" name="CustomShape 2"/>
          <p:cNvSpPr/>
          <p:nvPr/>
        </p:nvSpPr>
        <p:spPr>
          <a:xfrm>
            <a:off x="685800" y="2057400"/>
            <a:ext cx="10817640" cy="3426120"/>
          </a:xfrm>
          <a:prstGeom prst="rect">
            <a:avLst/>
          </a:prstGeom>
          <a:noFill/>
          <a:ln>
            <a:noFill/>
          </a:ln>
        </p:spPr>
        <p:style>
          <a:lnRef idx="0">
            <a:scrgbClr r="0" g="0" b="0"/>
          </a:lnRef>
          <a:fillRef idx="0">
            <a:scrgbClr r="0" g="0" b="0"/>
          </a:fillRef>
          <a:effectRef idx="0">
            <a:scrgbClr r="0" g="0" b="0"/>
          </a:effectRef>
          <a:fontRef idx="minor"/>
        </p:style>
      </p:sp>
      <p:sp>
        <p:nvSpPr>
          <p:cNvPr id="237" name="CustomShape 3"/>
          <p:cNvSpPr/>
          <p:nvPr/>
        </p:nvSpPr>
        <p:spPr>
          <a:xfrm>
            <a:off x="866520" y="595080"/>
            <a:ext cx="10559520" cy="740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oAutofit/>
          </a:bodyPr>
          <a:lstStyle/>
          <a:p>
            <a:pPr algn="ctr">
              <a:lnSpc>
                <a:spcPct val="90000"/>
              </a:lnSpc>
            </a:pPr>
            <a:r>
              <a:rPr lang="en-US" sz="4400" b="0" strike="noStrike" spc="-1">
                <a:solidFill>
                  <a:srgbClr val="FFFFFF"/>
                </a:solidFill>
                <a:latin typeface="Proxima Nova Black"/>
                <a:ea typeface="DejaVu Sans"/>
              </a:rPr>
              <a:t>Spacing Around Operators</a:t>
            </a:r>
            <a:endParaRPr lang="en-US" sz="4400" b="0" strike="noStrike" spc="-1">
              <a:latin typeface="Arial"/>
            </a:endParaRPr>
          </a:p>
        </p:txBody>
      </p:sp>
      <p:sp>
        <p:nvSpPr>
          <p:cNvPr id="238" name="TextShape 4"/>
          <p:cNvSpPr txBox="1"/>
          <p:nvPr/>
        </p:nvSpPr>
        <p:spPr>
          <a:xfrm>
            <a:off x="1097279" y="1517760"/>
            <a:ext cx="10930597" cy="585360"/>
          </a:xfrm>
          <a:prstGeom prst="rect">
            <a:avLst/>
          </a:prstGeom>
          <a:noFill/>
          <a:ln>
            <a:noFill/>
          </a:ln>
        </p:spPr>
        <p:txBody>
          <a:bodyPr lIns="90000" tIns="45000" rIns="90000" bIns="45000">
            <a:noAutofit/>
          </a:bodyPr>
          <a:lstStyle/>
          <a:p>
            <a:pPr marL="285750" indent="-285750">
              <a:buFont typeface="Arial" panose="020B0604020202020204" pitchFamily="34" charset="0"/>
              <a:buChar char="•"/>
            </a:pPr>
            <a:r>
              <a:rPr lang="en-US" b="0" strike="noStrike" spc="-1" dirty="0">
                <a:solidFill>
                  <a:schemeClr val="bg1"/>
                </a:solidFill>
                <a:latin typeface="Arial"/>
              </a:rPr>
              <a:t>There should be one space between the operand and the operator for binary operators, like +, -, =, *, / and after commas.</a:t>
            </a:r>
            <a:r>
              <a:rPr lang="pl-PL" b="0" strike="noStrike" spc="-1" dirty="0">
                <a:solidFill>
                  <a:schemeClr val="bg1"/>
                </a:solidFill>
                <a:latin typeface="Arial"/>
              </a:rPr>
              <a:t> </a:t>
            </a:r>
            <a:r>
              <a:rPr lang="en-US" sz="1800" b="0" strike="noStrike" spc="-1" dirty="0">
                <a:solidFill>
                  <a:schemeClr val="bg1"/>
                </a:solidFill>
                <a:latin typeface="Arial"/>
              </a:rPr>
              <a:t>For example, the following is good:</a:t>
            </a:r>
          </a:p>
          <a:p>
            <a:pPr marL="285750" indent="-285750">
              <a:buFont typeface="Arial" panose="020B0604020202020204" pitchFamily="34" charset="0"/>
              <a:buChar char="•"/>
            </a:pPr>
            <a:endParaRPr lang="en-US" b="0" strike="noStrike" spc="-1" dirty="0">
              <a:solidFill>
                <a:schemeClr val="bg1"/>
              </a:solidFill>
              <a:latin typeface="Arial"/>
            </a:endParaRPr>
          </a:p>
        </p:txBody>
      </p:sp>
      <p:pic>
        <p:nvPicPr>
          <p:cNvPr id="240" name="Рисунок 239"/>
          <p:cNvPicPr/>
          <p:nvPr/>
        </p:nvPicPr>
        <p:blipFill>
          <a:blip r:embed="rId2"/>
          <a:stretch/>
        </p:blipFill>
        <p:spPr>
          <a:xfrm>
            <a:off x="1188720" y="2286000"/>
            <a:ext cx="1780920" cy="399600"/>
          </a:xfrm>
          <a:prstGeom prst="rect">
            <a:avLst/>
          </a:prstGeom>
          <a:ln>
            <a:noFill/>
          </a:ln>
        </p:spPr>
      </p:pic>
      <p:sp>
        <p:nvSpPr>
          <p:cNvPr id="241" name="TextShape 6"/>
          <p:cNvSpPr txBox="1"/>
          <p:nvPr/>
        </p:nvSpPr>
        <p:spPr>
          <a:xfrm>
            <a:off x="1097279" y="2744640"/>
            <a:ext cx="3594295" cy="281520"/>
          </a:xfrm>
          <a:prstGeom prst="rect">
            <a:avLst/>
          </a:prstGeom>
          <a:noFill/>
          <a:ln>
            <a:noFill/>
          </a:ln>
        </p:spPr>
        <p:txBody>
          <a:bodyPr lIns="90000" tIns="45000" rIns="90000" bIns="45000">
            <a:noAutofit/>
          </a:bodyPr>
          <a:lstStyle/>
          <a:p>
            <a:pPr marL="285750" indent="-285750">
              <a:buFont typeface="Arial" panose="020B0604020202020204" pitchFamily="34" charset="0"/>
              <a:buChar char="•"/>
            </a:pPr>
            <a:r>
              <a:rPr lang="en-US" b="0" strike="noStrike" spc="-1" dirty="0">
                <a:solidFill>
                  <a:schemeClr val="bg1"/>
                </a:solidFill>
                <a:latin typeface="Arial"/>
              </a:rPr>
              <a:t>However, the following is bad:</a:t>
            </a:r>
          </a:p>
        </p:txBody>
      </p:sp>
      <p:pic>
        <p:nvPicPr>
          <p:cNvPr id="242" name="Рисунок 241"/>
          <p:cNvPicPr/>
          <p:nvPr/>
        </p:nvPicPr>
        <p:blipFill>
          <a:blip r:embed="rId3"/>
          <a:stretch/>
        </p:blipFill>
        <p:spPr>
          <a:xfrm>
            <a:off x="1188720" y="3217043"/>
            <a:ext cx="1552320" cy="399600"/>
          </a:xfrm>
          <a:prstGeom prst="rect">
            <a:avLst/>
          </a:prstGeom>
          <a:ln>
            <a:noFill/>
          </a:ln>
        </p:spPr>
      </p:pic>
      <p:sp>
        <p:nvSpPr>
          <p:cNvPr id="243" name="TextShape 7"/>
          <p:cNvSpPr txBox="1"/>
          <p:nvPr/>
        </p:nvSpPr>
        <p:spPr>
          <a:xfrm>
            <a:off x="1173959" y="3706200"/>
            <a:ext cx="10136465" cy="371160"/>
          </a:xfrm>
          <a:prstGeom prst="rect">
            <a:avLst/>
          </a:prstGeom>
          <a:noFill/>
          <a:ln>
            <a:noFill/>
          </a:ln>
        </p:spPr>
        <p:txBody>
          <a:bodyPr lIns="90000" tIns="45000" rIns="90000" bIns="45000">
            <a:noAutofit/>
          </a:bodyPr>
          <a:lstStyle/>
          <a:p>
            <a:r>
              <a:rPr lang="en-US" b="0" strike="noStrike" spc="-1" dirty="0">
                <a:solidFill>
                  <a:schemeClr val="bg1"/>
                </a:solidFill>
                <a:latin typeface="Arial"/>
              </a:rPr>
              <a:t>Comma-separated items should have one space after the comma. For example, the following is good:</a:t>
            </a:r>
          </a:p>
        </p:txBody>
      </p:sp>
      <p:pic>
        <p:nvPicPr>
          <p:cNvPr id="244" name="Рисунок 243"/>
          <p:cNvPicPr/>
          <p:nvPr/>
        </p:nvPicPr>
        <p:blipFill>
          <a:blip r:embed="rId4"/>
          <a:stretch/>
        </p:blipFill>
        <p:spPr>
          <a:xfrm>
            <a:off x="1188720" y="4397872"/>
            <a:ext cx="2190240" cy="571320"/>
          </a:xfrm>
          <a:prstGeom prst="rect">
            <a:avLst/>
          </a:prstGeom>
          <a:ln>
            <a:noFill/>
          </a:ln>
        </p:spPr>
      </p:pic>
      <p:sp>
        <p:nvSpPr>
          <p:cNvPr id="245" name="TextShape 8"/>
          <p:cNvSpPr txBox="1"/>
          <p:nvPr/>
        </p:nvSpPr>
        <p:spPr>
          <a:xfrm>
            <a:off x="1097278" y="5086552"/>
            <a:ext cx="3594295" cy="371160"/>
          </a:xfrm>
          <a:prstGeom prst="rect">
            <a:avLst/>
          </a:prstGeom>
          <a:noFill/>
          <a:ln>
            <a:noFill/>
          </a:ln>
        </p:spPr>
        <p:txBody>
          <a:bodyPr lIns="90000" tIns="45000" rIns="90000" bIns="45000">
            <a:noAutofit/>
          </a:bodyPr>
          <a:lstStyle/>
          <a:p>
            <a:r>
              <a:rPr lang="en-US" b="0" strike="noStrike" spc="-1" dirty="0">
                <a:solidFill>
                  <a:schemeClr val="bg1"/>
                </a:solidFill>
                <a:latin typeface="Arial"/>
              </a:rPr>
              <a:t>But the following code is bad:</a:t>
            </a:r>
          </a:p>
        </p:txBody>
      </p:sp>
      <p:pic>
        <p:nvPicPr>
          <p:cNvPr id="246" name="Рисунок 245"/>
          <p:cNvPicPr/>
          <p:nvPr/>
        </p:nvPicPr>
        <p:blipFill>
          <a:blip r:embed="rId5"/>
          <a:stretch/>
        </p:blipFill>
        <p:spPr>
          <a:xfrm>
            <a:off x="1188720" y="5483520"/>
            <a:ext cx="1209240" cy="437760"/>
          </a:xfrm>
          <a:prstGeom prst="rect">
            <a:avLst/>
          </a:prstGeom>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CustomShape 3"/>
          <p:cNvSpPr/>
          <p:nvPr/>
        </p:nvSpPr>
        <p:spPr>
          <a:xfrm>
            <a:off x="866520" y="595080"/>
            <a:ext cx="10559520" cy="740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oAutofit/>
          </a:bodyPr>
          <a:lstStyle/>
          <a:p>
            <a:pPr algn="ctr">
              <a:lnSpc>
                <a:spcPct val="90000"/>
              </a:lnSpc>
            </a:pPr>
            <a:r>
              <a:rPr lang="pl-PL" sz="4400" b="0" strike="noStrike" spc="-1" dirty="0" err="1">
                <a:solidFill>
                  <a:srgbClr val="FFFFFF"/>
                </a:solidFill>
                <a:latin typeface="Proxima Nova Black"/>
                <a:ea typeface="DejaVu Sans"/>
              </a:rPr>
              <a:t>Comments</a:t>
            </a:r>
            <a:endParaRPr lang="en-US" sz="4400" b="0" strike="noStrike" spc="-1" dirty="0">
              <a:latin typeface="Arial"/>
            </a:endParaRPr>
          </a:p>
        </p:txBody>
      </p:sp>
      <p:sp>
        <p:nvSpPr>
          <p:cNvPr id="14" name="TextBox 13">
            <a:extLst>
              <a:ext uri="{FF2B5EF4-FFF2-40B4-BE49-F238E27FC236}">
                <a16:creationId xmlns:a16="http://schemas.microsoft.com/office/drawing/2014/main" id="{3B877FC5-672A-4218-8DA6-73D931B09492}"/>
              </a:ext>
            </a:extLst>
          </p:cNvPr>
          <p:cNvSpPr txBox="1"/>
          <p:nvPr/>
        </p:nvSpPr>
        <p:spPr>
          <a:xfrm>
            <a:off x="866520" y="1335960"/>
            <a:ext cx="10978477" cy="1849096"/>
          </a:xfrm>
          <a:prstGeom prst="rect">
            <a:avLst/>
          </a:prstGeom>
          <a:noFill/>
        </p:spPr>
        <p:txBody>
          <a:bodyPr wrap="square">
            <a:spAutoFit/>
          </a:bodyPr>
          <a:lstStyle/>
          <a:p>
            <a:pPr algn="l"/>
            <a:r>
              <a:rPr lang="en-US" b="0" i="0" dirty="0">
                <a:solidFill>
                  <a:schemeClr val="bg1"/>
                </a:solidFill>
                <a:effectLst/>
                <a:latin typeface="Source Sans Pro" panose="020B0503030403020204" pitchFamily="34" charset="0"/>
              </a:rPr>
              <a:t>Single-line comments should be used to document one line of code or a group of related lines of code. A single-line comment may be used in three ways:</a:t>
            </a:r>
          </a:p>
          <a:p>
            <a:pPr algn="l">
              <a:lnSpc>
                <a:spcPct val="150000"/>
              </a:lnSpc>
              <a:buFont typeface="+mj-lt"/>
              <a:buAutoNum type="arabicPeriod"/>
            </a:pPr>
            <a:r>
              <a:rPr lang="en-US" b="0" i="0" dirty="0">
                <a:solidFill>
                  <a:schemeClr val="bg1"/>
                </a:solidFill>
                <a:effectLst/>
                <a:latin typeface="Source Sans Pro" panose="020B0503030403020204" pitchFamily="34" charset="0"/>
              </a:rPr>
              <a:t>On a separate line, describing the code beneath it.</a:t>
            </a:r>
          </a:p>
          <a:p>
            <a:pPr algn="l">
              <a:lnSpc>
                <a:spcPct val="150000"/>
              </a:lnSpc>
              <a:buFont typeface="+mj-lt"/>
              <a:buAutoNum type="arabicPeriod"/>
            </a:pPr>
            <a:r>
              <a:rPr lang="en-US" b="0" i="0" dirty="0">
                <a:solidFill>
                  <a:schemeClr val="bg1"/>
                </a:solidFill>
                <a:effectLst/>
                <a:latin typeface="Source Sans Pro" panose="020B0503030403020204" pitchFamily="34" charset="0"/>
              </a:rPr>
              <a:t>At the end of a line, describing the code before it.</a:t>
            </a:r>
          </a:p>
          <a:p>
            <a:pPr algn="l">
              <a:lnSpc>
                <a:spcPct val="150000"/>
              </a:lnSpc>
              <a:buFont typeface="+mj-lt"/>
              <a:buAutoNum type="arabicPeriod"/>
            </a:pPr>
            <a:r>
              <a:rPr lang="en-US" b="0" i="0" dirty="0">
                <a:solidFill>
                  <a:schemeClr val="bg1"/>
                </a:solidFill>
                <a:effectLst/>
                <a:latin typeface="Source Sans Pro" panose="020B0503030403020204" pitchFamily="34" charset="0"/>
              </a:rPr>
              <a:t>On multiple lines, to comment out sections of code.</a:t>
            </a:r>
          </a:p>
        </p:txBody>
      </p:sp>
      <p:pic>
        <p:nvPicPr>
          <p:cNvPr id="4" name="Рисунок 3">
            <a:extLst>
              <a:ext uri="{FF2B5EF4-FFF2-40B4-BE49-F238E27FC236}">
                <a16:creationId xmlns:a16="http://schemas.microsoft.com/office/drawing/2014/main" id="{37BBDD25-FAAD-4524-8D29-69BA3CACB8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7003" y="3525724"/>
            <a:ext cx="5163271" cy="2657846"/>
          </a:xfrm>
          <a:prstGeom prst="rect">
            <a:avLst/>
          </a:prstGeom>
        </p:spPr>
      </p:pic>
      <p:pic>
        <p:nvPicPr>
          <p:cNvPr id="6" name="Рисунок 5">
            <a:extLst>
              <a:ext uri="{FF2B5EF4-FFF2-40B4-BE49-F238E27FC236}">
                <a16:creationId xmlns:a16="http://schemas.microsoft.com/office/drawing/2014/main" id="{029CFC7B-9625-4504-BF6D-010890F1D3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24133" y="3525724"/>
            <a:ext cx="6220864" cy="1147793"/>
          </a:xfrm>
          <a:prstGeom prst="rect">
            <a:avLst/>
          </a:prstGeom>
        </p:spPr>
      </p:pic>
    </p:spTree>
    <p:extLst>
      <p:ext uri="{BB962C8B-B14F-4D97-AF65-F5344CB8AC3E}">
        <p14:creationId xmlns:p14="http://schemas.microsoft.com/office/powerpoint/2010/main" val="37410177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4" name="CustomShape 1"/>
          <p:cNvSpPr/>
          <p:nvPr/>
        </p:nvSpPr>
        <p:spPr>
          <a:xfrm>
            <a:off x="1616400" y="640080"/>
            <a:ext cx="10817640" cy="682920"/>
          </a:xfrm>
          <a:prstGeom prst="rect">
            <a:avLst/>
          </a:prstGeom>
          <a:noFill/>
          <a:ln>
            <a:noFill/>
          </a:ln>
        </p:spPr>
        <p:style>
          <a:lnRef idx="0">
            <a:scrgbClr r="0" g="0" b="0"/>
          </a:lnRef>
          <a:fillRef idx="0">
            <a:scrgbClr r="0" g="0" b="0"/>
          </a:fillRef>
          <a:effectRef idx="0">
            <a:scrgbClr r="0" g="0" b="0"/>
          </a:effectRef>
          <a:fontRef idx="minor"/>
        </p:style>
      </p:sp>
      <p:sp>
        <p:nvSpPr>
          <p:cNvPr id="215" name="CustomShape 2"/>
          <p:cNvSpPr/>
          <p:nvPr/>
        </p:nvSpPr>
        <p:spPr>
          <a:xfrm>
            <a:off x="1471680" y="32760"/>
            <a:ext cx="9248040" cy="740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oAutofit/>
          </a:bodyPr>
          <a:lstStyle/>
          <a:p>
            <a:pPr algn="ctr">
              <a:lnSpc>
                <a:spcPct val="100000"/>
              </a:lnSpc>
            </a:pPr>
            <a:r>
              <a:rPr lang="en-US" sz="4400" b="0" strike="noStrike" spc="-1">
                <a:solidFill>
                  <a:srgbClr val="FFFFFF"/>
                </a:solidFill>
                <a:latin typeface="Proxima Nova Black"/>
                <a:ea typeface="DejaVu Sans"/>
              </a:rPr>
              <a:t>Variables and Functions</a:t>
            </a:r>
            <a:endParaRPr lang="en-US" sz="4400" b="0" strike="noStrike" spc="-1">
              <a:latin typeface="Arial"/>
            </a:endParaRPr>
          </a:p>
        </p:txBody>
      </p:sp>
      <p:sp>
        <p:nvSpPr>
          <p:cNvPr id="11" name="TextBox 10">
            <a:extLst>
              <a:ext uri="{FF2B5EF4-FFF2-40B4-BE49-F238E27FC236}">
                <a16:creationId xmlns:a16="http://schemas.microsoft.com/office/drawing/2014/main" id="{982F3EF0-E1B2-4896-A962-B4B0194455C6}"/>
              </a:ext>
            </a:extLst>
          </p:cNvPr>
          <p:cNvSpPr txBox="1"/>
          <p:nvPr/>
        </p:nvSpPr>
        <p:spPr>
          <a:xfrm>
            <a:off x="591715" y="972900"/>
            <a:ext cx="11007969" cy="2862322"/>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chemeClr val="bg1"/>
                </a:solidFill>
                <a:effectLst/>
                <a:latin typeface="Source Sans Pro" panose="020B0503030403020204" pitchFamily="34" charset="0"/>
              </a:rPr>
              <a:t>All variables should be declared before they are used.  Variable declarations should take place at the beginning of a function using a single</a:t>
            </a:r>
            <a:r>
              <a:rPr lang="pl-PL" b="0" i="0" dirty="0">
                <a:solidFill>
                  <a:schemeClr val="bg1"/>
                </a:solidFill>
                <a:effectLst/>
                <a:latin typeface="Source Sans Pro" panose="020B0503030403020204" pitchFamily="34" charset="0"/>
              </a:rPr>
              <a:t> </a:t>
            </a:r>
            <a:r>
              <a:rPr lang="pl-PL" b="0" i="1" dirty="0">
                <a:solidFill>
                  <a:schemeClr val="bg1"/>
                </a:solidFill>
                <a:effectLst/>
                <a:latin typeface="Source Sans Pro" panose="020B0503030403020204" pitchFamily="34" charset="0"/>
              </a:rPr>
              <a:t>(</a:t>
            </a:r>
            <a:r>
              <a:rPr lang="pl-PL" b="0" i="1" dirty="0" err="1">
                <a:solidFill>
                  <a:schemeClr val="bg1"/>
                </a:solidFill>
                <a:effectLst/>
                <a:latin typeface="Source Sans Pro" panose="020B0503030403020204" pitchFamily="34" charset="0"/>
              </a:rPr>
              <a:t>var</a:t>
            </a:r>
            <a:r>
              <a:rPr lang="pl-PL" b="0" i="1" dirty="0">
                <a:solidFill>
                  <a:schemeClr val="bg1"/>
                </a:solidFill>
                <a:effectLst/>
                <a:latin typeface="Source Sans Pro" panose="020B0503030403020204" pitchFamily="34" charset="0"/>
              </a:rPr>
              <a:t>,  </a:t>
            </a:r>
            <a:r>
              <a:rPr lang="pl-PL" b="0" i="1" dirty="0" err="1">
                <a:solidFill>
                  <a:schemeClr val="bg1"/>
                </a:solidFill>
                <a:effectLst/>
                <a:latin typeface="Source Sans Pro" panose="020B0503030403020204" pitchFamily="34" charset="0"/>
              </a:rPr>
              <a:t>let</a:t>
            </a:r>
            <a:r>
              <a:rPr lang="pl-PL" b="0" i="1" dirty="0">
                <a:solidFill>
                  <a:schemeClr val="bg1"/>
                </a:solidFill>
                <a:effectLst/>
                <a:latin typeface="Source Sans Pro" panose="020B0503030403020204" pitchFamily="34" charset="0"/>
              </a:rPr>
              <a:t> ,  </a:t>
            </a:r>
            <a:r>
              <a:rPr lang="pl-PL" b="0" i="1" dirty="0" err="1">
                <a:solidFill>
                  <a:schemeClr val="bg1"/>
                </a:solidFill>
                <a:effectLst/>
                <a:latin typeface="Source Sans Pro" panose="020B0503030403020204" pitchFamily="34" charset="0"/>
              </a:rPr>
              <a:t>const</a:t>
            </a:r>
            <a:r>
              <a:rPr lang="pl-PL" b="0" i="1" dirty="0">
                <a:solidFill>
                  <a:schemeClr val="bg1"/>
                </a:solidFill>
                <a:effectLst/>
                <a:latin typeface="Source Sans Pro" panose="020B0503030403020204" pitchFamily="34" charset="0"/>
              </a:rPr>
              <a:t>)</a:t>
            </a:r>
            <a:r>
              <a:rPr lang="pl-PL" b="0" i="0" dirty="0">
                <a:solidFill>
                  <a:schemeClr val="bg1"/>
                </a:solidFill>
                <a:effectLst/>
                <a:latin typeface="Source Sans Pro" panose="020B0503030403020204" pitchFamily="34" charset="0"/>
              </a:rPr>
              <a:t> </a:t>
            </a:r>
            <a:r>
              <a:rPr lang="en-US" b="0" i="0" dirty="0">
                <a:solidFill>
                  <a:schemeClr val="bg1"/>
                </a:solidFill>
                <a:effectLst/>
                <a:latin typeface="Source Sans Pro" panose="020B0503030403020204" pitchFamily="34" charset="0"/>
              </a:rPr>
              <a:t>statement with one variable per line. Variables should be initialized when declared if applicable </a:t>
            </a:r>
            <a:r>
              <a:rPr lang="en-US" b="0" i="0" dirty="0">
                <a:solidFill>
                  <a:schemeClr val="bg1"/>
                </a:solidFill>
                <a:effectLst/>
                <a:latin typeface="+mj-lt"/>
              </a:rPr>
              <a:t>and</a:t>
            </a:r>
            <a:r>
              <a:rPr lang="en-US" b="0" i="0" dirty="0">
                <a:solidFill>
                  <a:schemeClr val="bg1"/>
                </a:solidFill>
                <a:effectLst/>
                <a:latin typeface="Source Sans Pro" panose="020B0503030403020204" pitchFamily="34" charset="0"/>
              </a:rPr>
              <a:t> the equals operator should be at a consistent indentation level. Initialized variables should come first followed by uninitialized variables.</a:t>
            </a:r>
          </a:p>
          <a:p>
            <a:pPr marL="285750" indent="-285750" algn="just">
              <a:buFont typeface="Arial" panose="020B0604020202020204" pitchFamily="34" charset="0"/>
              <a:buChar char="•"/>
            </a:pPr>
            <a:endParaRPr lang="pl-PL" b="0" i="0" dirty="0">
              <a:solidFill>
                <a:schemeClr val="bg1"/>
              </a:solidFill>
              <a:effectLst/>
              <a:latin typeface="Source Sans Pro" panose="020B0503030403020204" pitchFamily="34" charset="0"/>
            </a:endParaRPr>
          </a:p>
          <a:p>
            <a:pPr marL="285750" indent="-285750" algn="just">
              <a:buFont typeface="Arial" panose="020B0604020202020204" pitchFamily="34" charset="0"/>
              <a:buChar char="•"/>
            </a:pPr>
            <a:r>
              <a:rPr lang="en-US" b="0" i="0" dirty="0">
                <a:solidFill>
                  <a:schemeClr val="bg1"/>
                </a:solidFill>
                <a:effectLst/>
                <a:latin typeface="Source Sans Pro" panose="020B0503030403020204" pitchFamily="34" charset="0"/>
              </a:rPr>
              <a:t>When a function is not a method (not attached to an object) it should be defined using function declaration format (not function expression format nor using the</a:t>
            </a:r>
            <a:r>
              <a:rPr lang="pl-PL" b="0" i="0" dirty="0">
                <a:solidFill>
                  <a:schemeClr val="bg1"/>
                </a:solidFill>
                <a:effectLst/>
                <a:latin typeface="Source Sans Pro" panose="020B0503030403020204" pitchFamily="34" charset="0"/>
              </a:rPr>
              <a:t> </a:t>
            </a:r>
            <a:r>
              <a:rPr lang="pl-PL" b="1" i="1" dirty="0" err="1">
                <a:solidFill>
                  <a:schemeClr val="bg1"/>
                </a:solidFill>
                <a:effectLst/>
                <a:latin typeface="Source Sans Pro" panose="020B0503030403020204" pitchFamily="34" charset="0"/>
              </a:rPr>
              <a:t>Function</a:t>
            </a:r>
            <a:r>
              <a:rPr lang="pl-PL" b="0" i="0" dirty="0">
                <a:solidFill>
                  <a:schemeClr val="bg1"/>
                </a:solidFill>
                <a:effectLst/>
                <a:latin typeface="Source Sans Pro" panose="020B0503030403020204" pitchFamily="34" charset="0"/>
              </a:rPr>
              <a:t> </a:t>
            </a:r>
            <a:r>
              <a:rPr lang="pl-PL" b="0" i="0" dirty="0" err="1">
                <a:solidFill>
                  <a:schemeClr val="bg1"/>
                </a:solidFill>
                <a:effectLst/>
                <a:latin typeface="Source Sans Pro" panose="020B0503030403020204" pitchFamily="34" charset="0"/>
              </a:rPr>
              <a:t>constructor</a:t>
            </a:r>
            <a:r>
              <a:rPr lang="pl-PL" b="0" i="0" dirty="0">
                <a:solidFill>
                  <a:schemeClr val="bg1"/>
                </a:solidFill>
                <a:effectLst/>
                <a:latin typeface="Source Sans Pro" panose="020B0503030403020204" pitchFamily="34" charset="0"/>
              </a:rPr>
              <a:t>). T</a:t>
            </a:r>
            <a:r>
              <a:rPr lang="en-US" b="0" i="0" dirty="0">
                <a:solidFill>
                  <a:schemeClr val="bg1"/>
                </a:solidFill>
                <a:effectLst/>
                <a:latin typeface="Source Sans Pro" panose="020B0503030403020204" pitchFamily="34" charset="0"/>
              </a:rPr>
              <a:t>here should be no space between the function name and the opening parentheses. There should be one space between the closing parentheses and the right brace. The right brace should be on the same line as the</a:t>
            </a:r>
            <a:r>
              <a:rPr lang="pl-PL" b="0" i="0" dirty="0">
                <a:solidFill>
                  <a:schemeClr val="bg1"/>
                </a:solidFill>
                <a:effectLst/>
                <a:latin typeface="Source Sans Pro" panose="020B0503030403020204" pitchFamily="34" charset="0"/>
              </a:rPr>
              <a:t> </a:t>
            </a:r>
            <a:r>
              <a:rPr lang="pl-PL" b="1" i="1" dirty="0" err="1">
                <a:solidFill>
                  <a:schemeClr val="bg1"/>
                </a:solidFill>
                <a:effectLst/>
                <a:latin typeface="Source Sans Pro" panose="020B0503030403020204" pitchFamily="34" charset="0"/>
              </a:rPr>
              <a:t>function</a:t>
            </a:r>
            <a:r>
              <a:rPr lang="pl-PL" b="0" i="0" dirty="0">
                <a:solidFill>
                  <a:schemeClr val="bg1"/>
                </a:solidFill>
                <a:effectLst/>
                <a:latin typeface="Source Sans Pro" panose="020B0503030403020204" pitchFamily="34" charset="0"/>
              </a:rPr>
              <a:t> </a:t>
            </a:r>
            <a:r>
              <a:rPr lang="pl-PL" b="0" i="0" dirty="0" err="1">
                <a:solidFill>
                  <a:schemeClr val="bg1"/>
                </a:solidFill>
                <a:effectLst/>
                <a:latin typeface="Source Sans Pro" panose="020B0503030403020204" pitchFamily="34" charset="0"/>
              </a:rPr>
              <a:t>keyword</a:t>
            </a:r>
            <a:endParaRPr lang="pl-PL" b="0" i="0" dirty="0">
              <a:solidFill>
                <a:schemeClr val="bg1"/>
              </a:solidFill>
              <a:effectLst/>
              <a:latin typeface="Source Sans Pro" panose="020B0503030403020204" pitchFamily="34" charset="0"/>
            </a:endParaRPr>
          </a:p>
          <a:p>
            <a:pPr marL="285750" indent="-285750" algn="just">
              <a:buFont typeface="Arial" panose="020B0604020202020204" pitchFamily="34" charset="0"/>
              <a:buChar char="•"/>
            </a:pPr>
            <a:endParaRPr lang="uk-UA" dirty="0">
              <a:solidFill>
                <a:schemeClr val="bg1"/>
              </a:solidFill>
            </a:endParaRPr>
          </a:p>
        </p:txBody>
      </p:sp>
      <p:pic>
        <p:nvPicPr>
          <p:cNvPr id="7" name="Рисунок 6">
            <a:extLst>
              <a:ext uri="{FF2B5EF4-FFF2-40B4-BE49-F238E27FC236}">
                <a16:creationId xmlns:a16="http://schemas.microsoft.com/office/drawing/2014/main" id="{810F24DC-61DC-4025-9D1E-D891129881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81415" y="3703254"/>
            <a:ext cx="3115110" cy="895475"/>
          </a:xfrm>
          <a:prstGeom prst="rect">
            <a:avLst/>
          </a:prstGeom>
        </p:spPr>
      </p:pic>
      <p:pic>
        <p:nvPicPr>
          <p:cNvPr id="9" name="Рисунок 8">
            <a:extLst>
              <a:ext uri="{FF2B5EF4-FFF2-40B4-BE49-F238E27FC236}">
                <a16:creationId xmlns:a16="http://schemas.microsoft.com/office/drawing/2014/main" id="{6EAE9724-AB2A-48BC-9DE9-AB4119DF2F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94044" y="3904106"/>
            <a:ext cx="5887272" cy="180047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4" name="CustomShape 1"/>
          <p:cNvSpPr/>
          <p:nvPr/>
        </p:nvSpPr>
        <p:spPr>
          <a:xfrm>
            <a:off x="1616400" y="640080"/>
            <a:ext cx="10817640" cy="682920"/>
          </a:xfrm>
          <a:prstGeom prst="rect">
            <a:avLst/>
          </a:prstGeom>
          <a:noFill/>
          <a:ln>
            <a:noFill/>
          </a:ln>
        </p:spPr>
        <p:style>
          <a:lnRef idx="0">
            <a:scrgbClr r="0" g="0" b="0"/>
          </a:lnRef>
          <a:fillRef idx="0">
            <a:scrgbClr r="0" g="0" b="0"/>
          </a:fillRef>
          <a:effectRef idx="0">
            <a:scrgbClr r="0" g="0" b="0"/>
          </a:effectRef>
          <a:fontRef idx="minor"/>
        </p:style>
      </p:sp>
      <p:sp>
        <p:nvSpPr>
          <p:cNvPr id="215" name="CustomShape 2"/>
          <p:cNvSpPr/>
          <p:nvPr/>
        </p:nvSpPr>
        <p:spPr>
          <a:xfrm>
            <a:off x="1471680" y="32760"/>
            <a:ext cx="9248040" cy="740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oAutofit/>
          </a:bodyPr>
          <a:lstStyle/>
          <a:p>
            <a:pPr algn="ctr">
              <a:lnSpc>
                <a:spcPct val="100000"/>
              </a:lnSpc>
            </a:pPr>
            <a:r>
              <a:rPr lang="en-US" sz="4400" spc="-1" dirty="0">
                <a:solidFill>
                  <a:srgbClr val="FFFFFF"/>
                </a:solidFill>
                <a:latin typeface="Proxima Nova Black"/>
              </a:rPr>
              <a:t>Naming</a:t>
            </a:r>
            <a:endParaRPr lang="en-US" sz="4400" b="0" strike="noStrike" spc="-1" dirty="0">
              <a:latin typeface="Arial"/>
            </a:endParaRPr>
          </a:p>
        </p:txBody>
      </p:sp>
      <p:sp>
        <p:nvSpPr>
          <p:cNvPr id="11" name="TextBox 10">
            <a:extLst>
              <a:ext uri="{FF2B5EF4-FFF2-40B4-BE49-F238E27FC236}">
                <a16:creationId xmlns:a16="http://schemas.microsoft.com/office/drawing/2014/main" id="{982F3EF0-E1B2-4896-A962-B4B0194455C6}"/>
              </a:ext>
            </a:extLst>
          </p:cNvPr>
          <p:cNvSpPr txBox="1"/>
          <p:nvPr/>
        </p:nvSpPr>
        <p:spPr>
          <a:xfrm>
            <a:off x="591715" y="840932"/>
            <a:ext cx="11007969" cy="2308324"/>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chemeClr val="bg1"/>
                </a:solidFill>
                <a:effectLst/>
                <a:latin typeface="+mj-lt"/>
              </a:rPr>
              <a:t>Care should be taken to name variables and functions properly. Names should be limited to alphanumeric characters and, in some cases, the underscore character. Do not use the dollar sign ($)  or back slash (\)  characters in any names.</a:t>
            </a:r>
          </a:p>
          <a:p>
            <a:pPr marL="285750" indent="-285750" algn="just">
              <a:buFont typeface="Arial" panose="020B0604020202020204" pitchFamily="34" charset="0"/>
              <a:buChar char="•"/>
            </a:pPr>
            <a:endParaRPr lang="en-US" b="0" i="0" dirty="0">
              <a:solidFill>
                <a:schemeClr val="bg1"/>
              </a:solidFill>
              <a:effectLst/>
              <a:latin typeface="+mj-lt"/>
            </a:endParaRPr>
          </a:p>
          <a:p>
            <a:pPr marL="285750" indent="-285750" algn="just">
              <a:buFont typeface="Arial" panose="020B0604020202020204" pitchFamily="34" charset="0"/>
              <a:buChar char="•"/>
            </a:pPr>
            <a:r>
              <a:rPr lang="en-US" b="0" i="0" dirty="0">
                <a:solidFill>
                  <a:schemeClr val="bg1"/>
                </a:solidFill>
                <a:effectLst/>
                <a:latin typeface="+mj-lt"/>
              </a:rPr>
              <a:t>Variable names should be formatted in camel case with the first letter being lowercase and the first letter of each subsequent word being uppercase. The first word of a variable name should be a noun (not a verb) to avoid confusion with functions. Do not use underscore for variable names.</a:t>
            </a:r>
          </a:p>
          <a:p>
            <a:pPr marL="285750" indent="-285750" algn="just">
              <a:buFont typeface="Arial" panose="020B0604020202020204" pitchFamily="34" charset="0"/>
              <a:buChar char="•"/>
            </a:pPr>
            <a:endParaRPr lang="uk-UA" dirty="0">
              <a:solidFill>
                <a:schemeClr val="bg1"/>
              </a:solidFill>
            </a:endParaRPr>
          </a:p>
        </p:txBody>
      </p:sp>
      <p:pic>
        <p:nvPicPr>
          <p:cNvPr id="3" name="Рисунок 2">
            <a:extLst>
              <a:ext uri="{FF2B5EF4-FFF2-40B4-BE49-F238E27FC236}">
                <a16:creationId xmlns:a16="http://schemas.microsoft.com/office/drawing/2014/main" id="{3B25A6D8-18BE-4ABE-8F34-BD66635294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9502" y="3149256"/>
            <a:ext cx="3200847" cy="1752845"/>
          </a:xfrm>
          <a:prstGeom prst="rect">
            <a:avLst/>
          </a:prstGeom>
        </p:spPr>
      </p:pic>
      <p:pic>
        <p:nvPicPr>
          <p:cNvPr id="5" name="Рисунок 4">
            <a:extLst>
              <a:ext uri="{FF2B5EF4-FFF2-40B4-BE49-F238E27FC236}">
                <a16:creationId xmlns:a16="http://schemas.microsoft.com/office/drawing/2014/main" id="{43ABED29-EE62-4C8B-AEFE-01CA50ED44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85749" y="3149256"/>
            <a:ext cx="3219899" cy="3038899"/>
          </a:xfrm>
          <a:prstGeom prst="rect">
            <a:avLst/>
          </a:prstGeom>
        </p:spPr>
      </p:pic>
    </p:spTree>
    <p:extLst>
      <p:ext uri="{BB962C8B-B14F-4D97-AF65-F5344CB8AC3E}">
        <p14:creationId xmlns:p14="http://schemas.microsoft.com/office/powerpoint/2010/main" val="21689689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FCAC709-B8E7-4127-A84D-E1AE77891640}"/>
              </a:ext>
            </a:extLst>
          </p:cNvPr>
          <p:cNvSpPr>
            <a:spLocks noGrp="1"/>
          </p:cNvSpPr>
          <p:nvPr>
            <p:ph type="title"/>
          </p:nvPr>
        </p:nvSpPr>
        <p:spPr/>
        <p:txBody>
          <a:bodyPr/>
          <a:lstStyle/>
          <a:p>
            <a:pPr algn="ctr"/>
            <a:r>
              <a:rPr lang="en-US" dirty="0">
                <a:solidFill>
                  <a:schemeClr val="bg1"/>
                </a:solidFill>
              </a:rPr>
              <a:t>Naming</a:t>
            </a:r>
            <a:endParaRPr lang="uk-UA" dirty="0">
              <a:solidFill>
                <a:schemeClr val="bg1"/>
              </a:solidFill>
            </a:endParaRPr>
          </a:p>
        </p:txBody>
      </p:sp>
      <p:sp>
        <p:nvSpPr>
          <p:cNvPr id="5" name="TextBox 4">
            <a:extLst>
              <a:ext uri="{FF2B5EF4-FFF2-40B4-BE49-F238E27FC236}">
                <a16:creationId xmlns:a16="http://schemas.microsoft.com/office/drawing/2014/main" id="{18FDE199-9E7E-446C-9277-467A96357B5D}"/>
              </a:ext>
            </a:extLst>
          </p:cNvPr>
          <p:cNvSpPr txBox="1"/>
          <p:nvPr/>
        </p:nvSpPr>
        <p:spPr>
          <a:xfrm>
            <a:off x="959233" y="1249588"/>
            <a:ext cx="10272933"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chemeClr val="bg1"/>
                </a:solidFill>
                <a:effectLst/>
                <a:latin typeface="Source Sans Pro" panose="020B0503030403020204" pitchFamily="34" charset="0"/>
              </a:rPr>
              <a:t>Constructor functions, those functions used with the </a:t>
            </a:r>
            <a:r>
              <a:rPr lang="en-US" b="1" i="1" dirty="0">
                <a:solidFill>
                  <a:schemeClr val="bg1"/>
                </a:solidFill>
                <a:effectLst/>
                <a:latin typeface="Source Sans Pro" panose="020B0503030403020204" pitchFamily="34" charset="0"/>
              </a:rPr>
              <a:t>new</a:t>
            </a:r>
            <a:r>
              <a:rPr lang="en-US" b="0" i="0" dirty="0">
                <a:solidFill>
                  <a:schemeClr val="bg1"/>
                </a:solidFill>
                <a:effectLst/>
                <a:latin typeface="Source Sans Pro" panose="020B0503030403020204" pitchFamily="34" charset="0"/>
              </a:rPr>
              <a:t> operator to create new objects, should be formatted in camel case but must begin with an uppercase letter. Constructor function names should begin with a non-verb because </a:t>
            </a:r>
            <a:r>
              <a:rPr lang="en-US" b="1" i="1" dirty="0">
                <a:solidFill>
                  <a:schemeClr val="bg1"/>
                </a:solidFill>
                <a:effectLst/>
                <a:latin typeface="Source Sans Pro" panose="020B0503030403020204" pitchFamily="34" charset="0"/>
              </a:rPr>
              <a:t>new</a:t>
            </a:r>
            <a:r>
              <a:rPr lang="en-US" b="0" i="0" dirty="0">
                <a:solidFill>
                  <a:schemeClr val="bg1"/>
                </a:solidFill>
                <a:effectLst/>
                <a:latin typeface="Source Sans Pro" panose="020B0503030403020204" pitchFamily="34" charset="0"/>
              </a:rPr>
              <a:t> is the action of creating an object instance.</a:t>
            </a:r>
            <a:endParaRPr lang="uk-UA" dirty="0">
              <a:solidFill>
                <a:schemeClr val="bg1"/>
              </a:solidFill>
            </a:endParaRPr>
          </a:p>
        </p:txBody>
      </p:sp>
      <p:sp>
        <p:nvSpPr>
          <p:cNvPr id="7" name="TextBox 6">
            <a:extLst>
              <a:ext uri="{FF2B5EF4-FFF2-40B4-BE49-F238E27FC236}">
                <a16:creationId xmlns:a16="http://schemas.microsoft.com/office/drawing/2014/main" id="{A6EE2C31-7DA5-48E7-AC62-28535E625BB5}"/>
              </a:ext>
            </a:extLst>
          </p:cNvPr>
          <p:cNvSpPr txBox="1"/>
          <p:nvPr/>
        </p:nvSpPr>
        <p:spPr>
          <a:xfrm>
            <a:off x="4932365" y="2225576"/>
            <a:ext cx="6982971" cy="923330"/>
          </a:xfrm>
          <a:prstGeom prst="rect">
            <a:avLst/>
          </a:prstGeom>
          <a:noFill/>
        </p:spPr>
        <p:txBody>
          <a:bodyPr wrap="square">
            <a:spAutoFit/>
          </a:bodyPr>
          <a:lstStyle/>
          <a:p>
            <a:r>
              <a:rPr lang="en-US" b="0" i="0" dirty="0">
                <a:solidFill>
                  <a:schemeClr val="bg1"/>
                </a:solidFill>
                <a:effectLst/>
                <a:latin typeface="Source Sans Pro" panose="020B0503030403020204" pitchFamily="34" charset="0"/>
              </a:rPr>
              <a:t>Variables that act as constants (values that won't be changed) should be formatted using all uppercase letters with words separated by a single underscore.</a:t>
            </a:r>
            <a:endParaRPr lang="uk-UA" dirty="0">
              <a:solidFill>
                <a:schemeClr val="bg1"/>
              </a:solidFill>
            </a:endParaRPr>
          </a:p>
        </p:txBody>
      </p:sp>
      <p:pic>
        <p:nvPicPr>
          <p:cNvPr id="9" name="Рисунок 8">
            <a:extLst>
              <a:ext uri="{FF2B5EF4-FFF2-40B4-BE49-F238E27FC236}">
                <a16:creationId xmlns:a16="http://schemas.microsoft.com/office/drawing/2014/main" id="{F07B0CC7-98E6-4A6E-B34C-3BBE2DB337B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57922" y="2133775"/>
            <a:ext cx="3324689" cy="3077004"/>
          </a:xfrm>
          <a:prstGeom prst="rect">
            <a:avLst/>
          </a:prstGeom>
        </p:spPr>
      </p:pic>
      <p:pic>
        <p:nvPicPr>
          <p:cNvPr id="11" name="Рисунок 10">
            <a:extLst>
              <a:ext uri="{FF2B5EF4-FFF2-40B4-BE49-F238E27FC236}">
                <a16:creationId xmlns:a16="http://schemas.microsoft.com/office/drawing/2014/main" id="{8740BC32-952C-4577-9254-0DC7B69357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43039" y="3148906"/>
            <a:ext cx="2105319" cy="1752845"/>
          </a:xfrm>
          <a:prstGeom prst="rect">
            <a:avLst/>
          </a:prstGeom>
        </p:spPr>
      </p:pic>
      <p:sp>
        <p:nvSpPr>
          <p:cNvPr id="13" name="CustomShape 4">
            <a:extLst>
              <a:ext uri="{FF2B5EF4-FFF2-40B4-BE49-F238E27FC236}">
                <a16:creationId xmlns:a16="http://schemas.microsoft.com/office/drawing/2014/main" id="{047765C0-C9D0-4B77-8323-C08378EDCB3C}"/>
              </a:ext>
            </a:extLst>
          </p:cNvPr>
          <p:cNvSpPr/>
          <p:nvPr/>
        </p:nvSpPr>
        <p:spPr>
          <a:xfrm>
            <a:off x="1117118" y="5307473"/>
            <a:ext cx="1558079" cy="422822"/>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oAutofit/>
          </a:bodyPr>
          <a:lstStyle/>
          <a:p>
            <a:pPr algn="ctr">
              <a:lnSpc>
                <a:spcPct val="90000"/>
              </a:lnSpc>
            </a:pPr>
            <a:r>
              <a:rPr lang="pl-PL" sz="2000" b="0" strike="noStrike" spc="-1" dirty="0">
                <a:solidFill>
                  <a:srgbClr val="FFFFFF"/>
                </a:solidFill>
                <a:latin typeface="Proxima Nova Black"/>
                <a:ea typeface="DejaVu Sans"/>
              </a:rPr>
              <a:t>File </a:t>
            </a:r>
            <a:r>
              <a:rPr lang="pl-PL" sz="2000" b="0" strike="noStrike" spc="-1" dirty="0" err="1">
                <a:solidFill>
                  <a:srgbClr val="FFFFFF"/>
                </a:solidFill>
                <a:latin typeface="Proxima Nova Black"/>
                <a:ea typeface="DejaVu Sans"/>
              </a:rPr>
              <a:t>Names</a:t>
            </a:r>
            <a:endParaRPr lang="en-US" sz="2000" b="0" strike="noStrike" spc="-1" dirty="0">
              <a:latin typeface="Arial"/>
            </a:endParaRPr>
          </a:p>
        </p:txBody>
      </p:sp>
      <p:sp>
        <p:nvSpPr>
          <p:cNvPr id="15" name="TextBox 14">
            <a:extLst>
              <a:ext uri="{FF2B5EF4-FFF2-40B4-BE49-F238E27FC236}">
                <a16:creationId xmlns:a16="http://schemas.microsoft.com/office/drawing/2014/main" id="{02B1D6C2-D36B-4644-A128-31340FF02362}"/>
              </a:ext>
            </a:extLst>
          </p:cNvPr>
          <p:cNvSpPr txBox="1"/>
          <p:nvPr/>
        </p:nvSpPr>
        <p:spPr>
          <a:xfrm>
            <a:off x="1117118" y="5625536"/>
            <a:ext cx="8702131" cy="923330"/>
          </a:xfrm>
          <a:prstGeom prst="rect">
            <a:avLst/>
          </a:prstGeom>
          <a:noFill/>
        </p:spPr>
        <p:txBody>
          <a:bodyPr wrap="square">
            <a:spAutoFit/>
          </a:bodyPr>
          <a:lstStyle/>
          <a:p>
            <a:pPr marL="285750" indent="-285750">
              <a:buFont typeface="Arial" panose="020B0604020202020204" pitchFamily="34" charset="0"/>
              <a:buChar char="•"/>
            </a:pPr>
            <a:r>
              <a:rPr lang="en-US" b="0" strike="noStrike" spc="-1" dirty="0">
                <a:solidFill>
                  <a:schemeClr val="bg1"/>
                </a:solidFill>
                <a:latin typeface="Arial"/>
              </a:rPr>
              <a:t>Windows filenames aren’t case sensitive. However, most other operating systems have case sensitive file names. Therefore, it’s best to name them all lower case to avoid issues with file name casing.</a:t>
            </a:r>
          </a:p>
        </p:txBody>
      </p:sp>
    </p:spTree>
    <p:extLst>
      <p:ext uri="{BB962C8B-B14F-4D97-AF65-F5344CB8AC3E}">
        <p14:creationId xmlns:p14="http://schemas.microsoft.com/office/powerpoint/2010/main" val="1928451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5" name="CustomShape 1"/>
          <p:cNvSpPr/>
          <p:nvPr/>
        </p:nvSpPr>
        <p:spPr>
          <a:xfrm>
            <a:off x="685800" y="685800"/>
            <a:ext cx="10817640" cy="682920"/>
          </a:xfrm>
          <a:prstGeom prst="rect">
            <a:avLst/>
          </a:prstGeom>
          <a:noFill/>
          <a:ln>
            <a:noFill/>
          </a:ln>
        </p:spPr>
        <p:style>
          <a:lnRef idx="0">
            <a:scrgbClr r="0" g="0" b="0"/>
          </a:lnRef>
          <a:fillRef idx="0">
            <a:scrgbClr r="0" g="0" b="0"/>
          </a:fillRef>
          <a:effectRef idx="0">
            <a:scrgbClr r="0" g="0" b="0"/>
          </a:effectRef>
          <a:fontRef idx="minor"/>
        </p:style>
      </p:sp>
      <p:sp>
        <p:nvSpPr>
          <p:cNvPr id="256" name="CustomShape 2"/>
          <p:cNvSpPr/>
          <p:nvPr/>
        </p:nvSpPr>
        <p:spPr>
          <a:xfrm>
            <a:off x="685800" y="1969020"/>
            <a:ext cx="10817640" cy="3426120"/>
          </a:xfrm>
          <a:prstGeom prst="rect">
            <a:avLst/>
          </a:prstGeom>
          <a:noFill/>
          <a:ln>
            <a:noFill/>
          </a:ln>
        </p:spPr>
        <p:style>
          <a:lnRef idx="0">
            <a:scrgbClr r="0" g="0" b="0"/>
          </a:lnRef>
          <a:fillRef idx="0">
            <a:scrgbClr r="0" g="0" b="0"/>
          </a:fillRef>
          <a:effectRef idx="0">
            <a:scrgbClr r="0" g="0" b="0"/>
          </a:effectRef>
          <a:fontRef idx="minor"/>
        </p:style>
      </p:sp>
      <p:sp>
        <p:nvSpPr>
          <p:cNvPr id="257" name="CustomShape 3"/>
          <p:cNvSpPr/>
          <p:nvPr/>
        </p:nvSpPr>
        <p:spPr>
          <a:xfrm>
            <a:off x="914040" y="718920"/>
            <a:ext cx="10361160" cy="8208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oAutofit/>
          </a:bodyPr>
          <a:lstStyle/>
          <a:p>
            <a:pPr algn="ctr">
              <a:lnSpc>
                <a:spcPct val="90000"/>
              </a:lnSpc>
            </a:pPr>
            <a:r>
              <a:rPr lang="en-US" sz="4400" b="0" strike="noStrike" spc="-1">
                <a:solidFill>
                  <a:srgbClr val="FFFFFF"/>
                </a:solidFill>
                <a:latin typeface="Proxima Nova Black"/>
                <a:ea typeface="DejaVu Sans"/>
              </a:rPr>
              <a:t>Statements</a:t>
            </a:r>
            <a:endParaRPr lang="en-US" sz="4400" b="0" strike="noStrike" spc="-1">
              <a:latin typeface="Arial"/>
            </a:endParaRPr>
          </a:p>
        </p:txBody>
      </p:sp>
      <p:sp>
        <p:nvSpPr>
          <p:cNvPr id="258" name="TextShape 4"/>
          <p:cNvSpPr txBox="1"/>
          <p:nvPr/>
        </p:nvSpPr>
        <p:spPr>
          <a:xfrm>
            <a:off x="822960" y="1368720"/>
            <a:ext cx="9432388" cy="482040"/>
          </a:xfrm>
          <a:prstGeom prst="rect">
            <a:avLst/>
          </a:prstGeom>
          <a:noFill/>
          <a:ln>
            <a:noFill/>
          </a:ln>
        </p:spPr>
        <p:txBody>
          <a:bodyPr lIns="90000" tIns="45000" rIns="90000" bIns="45000">
            <a:noAutofit/>
          </a:bodyPr>
          <a:lstStyle/>
          <a:p>
            <a:r>
              <a:rPr lang="en-US" b="0" strike="noStrike" spc="-1" dirty="0">
                <a:solidFill>
                  <a:schemeClr val="bg1"/>
                </a:solidFill>
                <a:latin typeface="Arial"/>
              </a:rPr>
              <a:t>Statements should end with a semicolon at the end. For example, the following is good:</a:t>
            </a:r>
          </a:p>
          <a:p>
            <a:endParaRPr lang="en-US" b="0" strike="noStrike" spc="-1" dirty="0">
              <a:solidFill>
                <a:schemeClr val="bg1"/>
              </a:solidFill>
              <a:latin typeface="Arial"/>
            </a:endParaRPr>
          </a:p>
        </p:txBody>
      </p:sp>
      <p:pic>
        <p:nvPicPr>
          <p:cNvPr id="259" name="Рисунок 258"/>
          <p:cNvPicPr/>
          <p:nvPr/>
        </p:nvPicPr>
        <p:blipFill>
          <a:blip r:embed="rId2"/>
          <a:stretch/>
        </p:blipFill>
        <p:spPr>
          <a:xfrm>
            <a:off x="914040" y="1792710"/>
            <a:ext cx="1733040" cy="390240"/>
          </a:xfrm>
          <a:prstGeom prst="rect">
            <a:avLst/>
          </a:prstGeom>
          <a:ln>
            <a:noFill/>
          </a:ln>
        </p:spPr>
      </p:pic>
      <p:pic>
        <p:nvPicPr>
          <p:cNvPr id="260" name="Рисунок 259"/>
          <p:cNvPicPr/>
          <p:nvPr/>
        </p:nvPicPr>
        <p:blipFill>
          <a:blip r:embed="rId3"/>
          <a:stretch/>
        </p:blipFill>
        <p:spPr>
          <a:xfrm>
            <a:off x="914040" y="2747658"/>
            <a:ext cx="1418760" cy="390240"/>
          </a:xfrm>
          <a:prstGeom prst="rect">
            <a:avLst/>
          </a:prstGeom>
          <a:ln>
            <a:noFill/>
          </a:ln>
        </p:spPr>
      </p:pic>
      <p:sp>
        <p:nvSpPr>
          <p:cNvPr id="261" name="TextShape 5"/>
          <p:cNvSpPr txBox="1"/>
          <p:nvPr/>
        </p:nvSpPr>
        <p:spPr>
          <a:xfrm>
            <a:off x="845058" y="2299548"/>
            <a:ext cx="2010684" cy="312702"/>
          </a:xfrm>
          <a:prstGeom prst="rect">
            <a:avLst/>
          </a:prstGeom>
          <a:noFill/>
          <a:ln>
            <a:noFill/>
          </a:ln>
        </p:spPr>
        <p:txBody>
          <a:bodyPr lIns="90000" tIns="45000" rIns="90000" bIns="45000">
            <a:noAutofit/>
          </a:bodyPr>
          <a:lstStyle/>
          <a:p>
            <a:r>
              <a:rPr lang="en-US" b="0" strike="noStrike" spc="-1" dirty="0">
                <a:solidFill>
                  <a:schemeClr val="bg1"/>
                </a:solidFill>
                <a:latin typeface="Arial"/>
              </a:rPr>
              <a:t>But this is bad:</a:t>
            </a:r>
          </a:p>
        </p:txBody>
      </p:sp>
      <p:pic>
        <p:nvPicPr>
          <p:cNvPr id="262" name="Рисунок 261"/>
          <p:cNvPicPr/>
          <p:nvPr/>
        </p:nvPicPr>
        <p:blipFill>
          <a:blip r:embed="rId4"/>
          <a:stretch/>
        </p:blipFill>
        <p:spPr>
          <a:xfrm>
            <a:off x="914040" y="4049280"/>
            <a:ext cx="1676160" cy="694800"/>
          </a:xfrm>
          <a:prstGeom prst="rect">
            <a:avLst/>
          </a:prstGeom>
          <a:ln>
            <a:noFill/>
          </a:ln>
        </p:spPr>
      </p:pic>
      <p:sp>
        <p:nvSpPr>
          <p:cNvPr id="263" name="TextShape 6"/>
          <p:cNvSpPr txBox="1"/>
          <p:nvPr/>
        </p:nvSpPr>
        <p:spPr>
          <a:xfrm>
            <a:off x="822960" y="3316070"/>
            <a:ext cx="10817640" cy="682920"/>
          </a:xfrm>
          <a:prstGeom prst="rect">
            <a:avLst/>
          </a:prstGeom>
          <a:noFill/>
          <a:ln>
            <a:noFill/>
          </a:ln>
        </p:spPr>
        <p:txBody>
          <a:bodyPr lIns="90000" tIns="45000" rIns="90000" bIns="45000">
            <a:noAutofit/>
          </a:bodyPr>
          <a:lstStyle/>
          <a:p>
            <a:r>
              <a:rPr lang="en-US" b="0" strike="noStrike" spc="-1" dirty="0">
                <a:solidFill>
                  <a:schemeClr val="bg1"/>
                </a:solidFill>
                <a:latin typeface="Arial"/>
              </a:rPr>
              <a:t>For complex statements, we should put curly braces around the block and semicolons at the end of each line to make everything clear.</a:t>
            </a:r>
          </a:p>
        </p:txBody>
      </p:sp>
      <p:sp>
        <p:nvSpPr>
          <p:cNvPr id="264" name="TextShape 7"/>
          <p:cNvSpPr txBox="1"/>
          <p:nvPr/>
        </p:nvSpPr>
        <p:spPr>
          <a:xfrm>
            <a:off x="822960" y="4831492"/>
            <a:ext cx="10658382" cy="894176"/>
          </a:xfrm>
          <a:prstGeom prst="rect">
            <a:avLst/>
          </a:prstGeom>
          <a:noFill/>
          <a:ln>
            <a:noFill/>
          </a:ln>
        </p:spPr>
        <p:txBody>
          <a:bodyPr lIns="90000" tIns="45000" rIns="90000" bIns="45000">
            <a:noAutofit/>
          </a:bodyPr>
          <a:lstStyle/>
          <a:p>
            <a:r>
              <a:rPr lang="en-US" b="0" strike="noStrike" spc="-1" dirty="0">
                <a:solidFill>
                  <a:schemeClr val="bg1"/>
                </a:solidFill>
                <a:latin typeface="Arial"/>
              </a:rPr>
              <a:t>Also, there should be one space before the opening bracket. The closing bracket should be in a new line without any leading spaces. Complex statements shouldn’t end with a semicolon even though it’s allowed.</a:t>
            </a:r>
          </a:p>
        </p:txBody>
      </p:sp>
      <p:pic>
        <p:nvPicPr>
          <p:cNvPr id="265" name="Рисунок 264"/>
          <p:cNvPicPr/>
          <p:nvPr/>
        </p:nvPicPr>
        <p:blipFill>
          <a:blip r:embed="rId5"/>
          <a:stretch/>
        </p:blipFill>
        <p:spPr>
          <a:xfrm>
            <a:off x="2250748" y="5530548"/>
            <a:ext cx="2009520" cy="1066320"/>
          </a:xfrm>
          <a:prstGeom prst="rect">
            <a:avLst/>
          </a:prstGeom>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 name="CustomShape 1"/>
          <p:cNvSpPr/>
          <p:nvPr/>
        </p:nvSpPr>
        <p:spPr>
          <a:xfrm>
            <a:off x="685800" y="685800"/>
            <a:ext cx="10817640" cy="682920"/>
          </a:xfrm>
          <a:prstGeom prst="rect">
            <a:avLst/>
          </a:prstGeom>
          <a:noFill/>
          <a:ln>
            <a:noFill/>
          </a:ln>
        </p:spPr>
        <p:style>
          <a:lnRef idx="0">
            <a:scrgbClr r="0" g="0" b="0"/>
          </a:lnRef>
          <a:fillRef idx="0">
            <a:scrgbClr r="0" g="0" b="0"/>
          </a:fillRef>
          <a:effectRef idx="0">
            <a:scrgbClr r="0" g="0" b="0"/>
          </a:effectRef>
          <a:fontRef idx="minor"/>
        </p:style>
      </p:sp>
      <p:sp>
        <p:nvSpPr>
          <p:cNvPr id="267" name="CustomShape 2"/>
          <p:cNvSpPr/>
          <p:nvPr/>
        </p:nvSpPr>
        <p:spPr>
          <a:xfrm>
            <a:off x="731520" y="2057400"/>
            <a:ext cx="10817640" cy="3426120"/>
          </a:xfrm>
          <a:prstGeom prst="rect">
            <a:avLst/>
          </a:prstGeom>
          <a:noFill/>
          <a:ln>
            <a:noFill/>
          </a:ln>
        </p:spPr>
        <p:style>
          <a:lnRef idx="0">
            <a:scrgbClr r="0" g="0" b="0"/>
          </a:lnRef>
          <a:fillRef idx="0">
            <a:scrgbClr r="0" g="0" b="0"/>
          </a:fillRef>
          <a:effectRef idx="0">
            <a:scrgbClr r="0" g="0" b="0"/>
          </a:effectRef>
          <a:fontRef idx="minor"/>
        </p:style>
      </p:sp>
      <p:sp>
        <p:nvSpPr>
          <p:cNvPr id="268" name="CustomShape 3"/>
          <p:cNvSpPr/>
          <p:nvPr/>
        </p:nvSpPr>
        <p:spPr>
          <a:xfrm>
            <a:off x="1005840" y="457200"/>
            <a:ext cx="10361160" cy="820800"/>
          </a:xfrm>
          <a:prstGeom prst="rect">
            <a:avLst/>
          </a:prstGeom>
          <a:noFill/>
          <a:ln>
            <a:noFill/>
          </a:ln>
        </p:spPr>
        <p:style>
          <a:lnRef idx="0">
            <a:scrgbClr r="0" g="0" b="0"/>
          </a:lnRef>
          <a:fillRef idx="0">
            <a:scrgbClr r="0" g="0" b="0"/>
          </a:fillRef>
          <a:effectRef idx="0">
            <a:scrgbClr r="0" g="0" b="0"/>
          </a:effectRef>
          <a:fontRef idx="minor"/>
        </p:style>
      </p:sp>
      <p:sp>
        <p:nvSpPr>
          <p:cNvPr id="269" name="CustomShape 4"/>
          <p:cNvSpPr/>
          <p:nvPr/>
        </p:nvSpPr>
        <p:spPr>
          <a:xfrm>
            <a:off x="959760" y="385560"/>
            <a:ext cx="10361160" cy="8208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oAutofit/>
          </a:bodyPr>
          <a:lstStyle/>
          <a:p>
            <a:pPr algn="ctr">
              <a:lnSpc>
                <a:spcPct val="90000"/>
              </a:lnSpc>
            </a:pPr>
            <a:r>
              <a:rPr lang="pl-PL" sz="4400" b="0" strike="noStrike" spc="-1" dirty="0">
                <a:solidFill>
                  <a:srgbClr val="FFFFFF"/>
                </a:solidFill>
                <a:latin typeface="Proxima Nova Black"/>
                <a:ea typeface="DejaVu Sans"/>
              </a:rPr>
              <a:t>Object </a:t>
            </a:r>
            <a:r>
              <a:rPr lang="pl-PL" sz="4400" b="0" strike="noStrike" spc="-1" dirty="0" err="1">
                <a:solidFill>
                  <a:srgbClr val="FFFFFF"/>
                </a:solidFill>
                <a:latin typeface="Proxima Nova Black"/>
                <a:ea typeface="DejaVu Sans"/>
              </a:rPr>
              <a:t>Literals</a:t>
            </a:r>
            <a:endParaRPr lang="en-US" sz="4400" b="0" strike="noStrike" spc="-1" dirty="0">
              <a:latin typeface="Arial"/>
            </a:endParaRPr>
          </a:p>
        </p:txBody>
      </p:sp>
      <p:sp>
        <p:nvSpPr>
          <p:cNvPr id="13" name="TextBox 12">
            <a:extLst>
              <a:ext uri="{FF2B5EF4-FFF2-40B4-BE49-F238E27FC236}">
                <a16:creationId xmlns:a16="http://schemas.microsoft.com/office/drawing/2014/main" id="{35F50ACE-5292-4033-BB24-232E302B676C}"/>
              </a:ext>
            </a:extLst>
          </p:cNvPr>
          <p:cNvSpPr txBox="1"/>
          <p:nvPr/>
        </p:nvSpPr>
        <p:spPr>
          <a:xfrm>
            <a:off x="1160584" y="1434960"/>
            <a:ext cx="10160336" cy="3788088"/>
          </a:xfrm>
          <a:prstGeom prst="rect">
            <a:avLst/>
          </a:prstGeom>
          <a:noFill/>
        </p:spPr>
        <p:txBody>
          <a:bodyPr wrap="square">
            <a:spAutoFit/>
          </a:bodyPr>
          <a:lstStyle/>
          <a:p>
            <a:pPr algn="just">
              <a:lnSpc>
                <a:spcPct val="150000"/>
              </a:lnSpc>
              <a:buFont typeface="Arial" panose="020B0604020202020204" pitchFamily="34" charset="0"/>
              <a:buChar char="•"/>
            </a:pPr>
            <a:r>
              <a:rPr lang="en-US" b="0" i="0" dirty="0">
                <a:solidFill>
                  <a:schemeClr val="bg1"/>
                </a:solidFill>
                <a:effectLst/>
                <a:latin typeface="Source Sans Pro" panose="020B0503030403020204" pitchFamily="34" charset="0"/>
              </a:rPr>
              <a:t>The opening brace should be on the same line as the containing statement.</a:t>
            </a:r>
          </a:p>
          <a:p>
            <a:pPr algn="just">
              <a:lnSpc>
                <a:spcPct val="150000"/>
              </a:lnSpc>
              <a:buFont typeface="Arial" panose="020B0604020202020204" pitchFamily="34" charset="0"/>
              <a:buChar char="•"/>
            </a:pPr>
            <a:r>
              <a:rPr lang="en-US" b="0" i="0" dirty="0">
                <a:solidFill>
                  <a:schemeClr val="bg1"/>
                </a:solidFill>
                <a:effectLst/>
                <a:latin typeface="Source Sans Pro" panose="020B0503030403020204" pitchFamily="34" charset="0"/>
              </a:rPr>
              <a:t>Each property-value pair should be indented one level with the first property appearing on the next line after the opening brace.</a:t>
            </a:r>
          </a:p>
          <a:p>
            <a:pPr algn="just">
              <a:lnSpc>
                <a:spcPct val="150000"/>
              </a:lnSpc>
              <a:buFont typeface="Arial" panose="020B0604020202020204" pitchFamily="34" charset="0"/>
              <a:buChar char="•"/>
            </a:pPr>
            <a:r>
              <a:rPr lang="en-US" b="0" i="0" dirty="0">
                <a:solidFill>
                  <a:schemeClr val="bg1"/>
                </a:solidFill>
                <a:effectLst/>
                <a:latin typeface="Source Sans Pro" panose="020B0503030403020204" pitchFamily="34" charset="0"/>
              </a:rPr>
              <a:t>Each property-value pair should have an unquoted property name, followed by a colon (no space preceding it), followed by the value.</a:t>
            </a:r>
          </a:p>
          <a:p>
            <a:pPr algn="just">
              <a:lnSpc>
                <a:spcPct val="150000"/>
              </a:lnSpc>
              <a:buFont typeface="Arial" panose="020B0604020202020204" pitchFamily="34" charset="0"/>
              <a:buChar char="•"/>
            </a:pPr>
            <a:r>
              <a:rPr lang="en-US" b="0" i="0" dirty="0">
                <a:solidFill>
                  <a:schemeClr val="bg1"/>
                </a:solidFill>
                <a:effectLst/>
                <a:latin typeface="Source Sans Pro" panose="020B0503030403020204" pitchFamily="34" charset="0"/>
              </a:rPr>
              <a:t>If the value is a function, it should wrap under the property name and should have a blank line both before and after the function.</a:t>
            </a:r>
          </a:p>
          <a:p>
            <a:pPr algn="just">
              <a:lnSpc>
                <a:spcPct val="150000"/>
              </a:lnSpc>
              <a:buFont typeface="Arial" panose="020B0604020202020204" pitchFamily="34" charset="0"/>
              <a:buChar char="•"/>
            </a:pPr>
            <a:r>
              <a:rPr lang="en-US" b="0" i="0" dirty="0">
                <a:solidFill>
                  <a:schemeClr val="bg1"/>
                </a:solidFill>
                <a:effectLst/>
                <a:latin typeface="Source Sans Pro" panose="020B0503030403020204" pitchFamily="34" charset="0"/>
              </a:rPr>
              <a:t>Additional empty lines may be inserted to group related properties or otherwise improve readability.</a:t>
            </a:r>
          </a:p>
          <a:p>
            <a:pPr algn="just">
              <a:lnSpc>
                <a:spcPct val="150000"/>
              </a:lnSpc>
              <a:buFont typeface="Arial" panose="020B0604020202020204" pitchFamily="34" charset="0"/>
              <a:buChar char="•"/>
            </a:pPr>
            <a:r>
              <a:rPr lang="en-US" b="0" i="0" dirty="0">
                <a:solidFill>
                  <a:schemeClr val="bg1"/>
                </a:solidFill>
                <a:effectLst/>
                <a:latin typeface="Source Sans Pro" panose="020B0503030403020204" pitchFamily="34" charset="0"/>
              </a:rPr>
              <a:t>The closing brace should be on a separate line.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3DD0474-CCBE-44AB-8A61-325BB6078185}"/>
              </a:ext>
            </a:extLst>
          </p:cNvPr>
          <p:cNvSpPr>
            <a:spLocks noGrp="1"/>
          </p:cNvSpPr>
          <p:nvPr>
            <p:ph type="title"/>
          </p:nvPr>
        </p:nvSpPr>
        <p:spPr/>
        <p:txBody>
          <a:bodyPr/>
          <a:lstStyle/>
          <a:p>
            <a:pPr algn="ctr"/>
            <a:r>
              <a:rPr lang="pl-PL" sz="4400" b="0" strike="noStrike" spc="-1" dirty="0">
                <a:solidFill>
                  <a:srgbClr val="FFFFFF"/>
                </a:solidFill>
                <a:latin typeface="Proxima Nova Black"/>
                <a:ea typeface="DejaVu Sans"/>
              </a:rPr>
              <a:t>Object </a:t>
            </a:r>
            <a:r>
              <a:rPr lang="pl-PL" sz="4400" b="0" strike="noStrike" spc="-1" dirty="0" err="1">
                <a:solidFill>
                  <a:srgbClr val="FFFFFF"/>
                </a:solidFill>
                <a:latin typeface="Proxima Nova Black"/>
                <a:ea typeface="DejaVu Sans"/>
              </a:rPr>
              <a:t>Literals</a:t>
            </a:r>
            <a:endParaRPr lang="uk-UA" dirty="0"/>
          </a:p>
        </p:txBody>
      </p:sp>
      <p:sp>
        <p:nvSpPr>
          <p:cNvPr id="5" name="TextBox 4">
            <a:extLst>
              <a:ext uri="{FF2B5EF4-FFF2-40B4-BE49-F238E27FC236}">
                <a16:creationId xmlns:a16="http://schemas.microsoft.com/office/drawing/2014/main" id="{6E4AC059-184A-408B-BDDB-A291AF77B0C7}"/>
              </a:ext>
            </a:extLst>
          </p:cNvPr>
          <p:cNvSpPr txBox="1"/>
          <p:nvPr/>
        </p:nvSpPr>
        <p:spPr>
          <a:xfrm>
            <a:off x="918865" y="4124543"/>
            <a:ext cx="10353669" cy="646331"/>
          </a:xfrm>
          <a:prstGeom prst="rect">
            <a:avLst/>
          </a:prstGeom>
          <a:noFill/>
        </p:spPr>
        <p:txBody>
          <a:bodyPr wrap="square">
            <a:spAutoFit/>
          </a:bodyPr>
          <a:lstStyle/>
          <a:p>
            <a:r>
              <a:rPr lang="en-US" b="0" i="0" dirty="0">
                <a:solidFill>
                  <a:schemeClr val="bg1"/>
                </a:solidFill>
                <a:effectLst/>
                <a:latin typeface="Source Sans Pro" panose="020B0604020202020204" pitchFamily="34" charset="0"/>
              </a:rPr>
              <a:t>When an object literal is passed to a function, the opening brace should be on the same line as if the value is a variable. All other formatting rules from above still apply.</a:t>
            </a:r>
            <a:endParaRPr lang="uk-UA" dirty="0">
              <a:solidFill>
                <a:schemeClr val="bg1"/>
              </a:solidFill>
            </a:endParaRPr>
          </a:p>
        </p:txBody>
      </p:sp>
      <p:pic>
        <p:nvPicPr>
          <p:cNvPr id="7" name="Рисунок 6">
            <a:extLst>
              <a:ext uri="{FF2B5EF4-FFF2-40B4-BE49-F238E27FC236}">
                <a16:creationId xmlns:a16="http://schemas.microsoft.com/office/drawing/2014/main" id="{44333857-32C1-41BB-AD3F-B024FAF0DD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8865" y="1344144"/>
            <a:ext cx="2372056" cy="2629267"/>
          </a:xfrm>
          <a:prstGeom prst="rect">
            <a:avLst/>
          </a:prstGeom>
        </p:spPr>
      </p:pic>
      <p:pic>
        <p:nvPicPr>
          <p:cNvPr id="9" name="Рисунок 8">
            <a:extLst>
              <a:ext uri="{FF2B5EF4-FFF2-40B4-BE49-F238E27FC236}">
                <a16:creationId xmlns:a16="http://schemas.microsoft.com/office/drawing/2014/main" id="{E09892DF-A2CE-4447-BE61-7FF7460B20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94794" y="1344144"/>
            <a:ext cx="3820058" cy="2181529"/>
          </a:xfrm>
          <a:prstGeom prst="rect">
            <a:avLst/>
          </a:prstGeom>
        </p:spPr>
      </p:pic>
      <p:pic>
        <p:nvPicPr>
          <p:cNvPr id="11" name="Рисунок 10">
            <a:extLst>
              <a:ext uri="{FF2B5EF4-FFF2-40B4-BE49-F238E27FC236}">
                <a16:creationId xmlns:a16="http://schemas.microsoft.com/office/drawing/2014/main" id="{C6D9D1D6-969F-418F-817D-D4F298C6929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8865" y="4783924"/>
            <a:ext cx="3877216" cy="1800476"/>
          </a:xfrm>
          <a:prstGeom prst="rect">
            <a:avLst/>
          </a:prstGeom>
        </p:spPr>
      </p:pic>
    </p:spTree>
    <p:extLst>
      <p:ext uri="{BB962C8B-B14F-4D97-AF65-F5344CB8AC3E}">
        <p14:creationId xmlns:p14="http://schemas.microsoft.com/office/powerpoint/2010/main" val="32444695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9" name="CustomShape 1"/>
          <p:cNvSpPr/>
          <p:nvPr/>
        </p:nvSpPr>
        <p:spPr>
          <a:xfrm>
            <a:off x="685800" y="685800"/>
            <a:ext cx="10817640" cy="682920"/>
          </a:xfrm>
          <a:prstGeom prst="rect">
            <a:avLst/>
          </a:prstGeom>
          <a:noFill/>
          <a:ln>
            <a:noFill/>
          </a:ln>
        </p:spPr>
        <p:style>
          <a:lnRef idx="0">
            <a:scrgbClr r="0" g="0" b="0"/>
          </a:lnRef>
          <a:fillRef idx="0">
            <a:scrgbClr r="0" g="0" b="0"/>
          </a:fillRef>
          <a:effectRef idx="0">
            <a:scrgbClr r="0" g="0" b="0"/>
          </a:effectRef>
          <a:fontRef idx="minor"/>
        </p:style>
      </p:sp>
      <p:sp>
        <p:nvSpPr>
          <p:cNvPr id="280" name="CustomShape 2"/>
          <p:cNvSpPr/>
          <p:nvPr/>
        </p:nvSpPr>
        <p:spPr>
          <a:xfrm>
            <a:off x="731520" y="2057400"/>
            <a:ext cx="10817640" cy="3426120"/>
          </a:xfrm>
          <a:prstGeom prst="rect">
            <a:avLst/>
          </a:prstGeom>
          <a:noFill/>
          <a:ln>
            <a:noFill/>
          </a:ln>
        </p:spPr>
        <p:style>
          <a:lnRef idx="0">
            <a:scrgbClr r="0" g="0" b="0"/>
          </a:lnRef>
          <a:fillRef idx="0">
            <a:scrgbClr r="0" g="0" b="0"/>
          </a:fillRef>
          <a:effectRef idx="0">
            <a:scrgbClr r="0" g="0" b="0"/>
          </a:effectRef>
          <a:fontRef idx="minor"/>
        </p:style>
      </p:sp>
      <p:sp>
        <p:nvSpPr>
          <p:cNvPr id="281" name="CustomShape 3"/>
          <p:cNvSpPr/>
          <p:nvPr/>
        </p:nvSpPr>
        <p:spPr>
          <a:xfrm>
            <a:off x="478440" y="332280"/>
            <a:ext cx="11146680" cy="600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oAutofit/>
          </a:bodyPr>
          <a:lstStyle/>
          <a:p>
            <a:pPr algn="ctr">
              <a:lnSpc>
                <a:spcPct val="90000"/>
              </a:lnSpc>
            </a:pPr>
            <a:r>
              <a:rPr lang="en-US" sz="4400" b="0" strike="noStrike" spc="-1" dirty="0">
                <a:solidFill>
                  <a:srgbClr val="FFFFFF"/>
                </a:solidFill>
                <a:latin typeface="Proxima Nova Black"/>
                <a:ea typeface="DejaVu Sans"/>
              </a:rPr>
              <a:t> </a:t>
            </a:r>
            <a:r>
              <a:rPr lang="en-US" sz="4400" b="0" strike="noStrike" spc="-1" dirty="0" err="1">
                <a:solidFill>
                  <a:srgbClr val="FFFFFF"/>
                </a:solidFill>
                <a:latin typeface="Proxima Nova Black"/>
                <a:ea typeface="DejaVu Sans"/>
              </a:rPr>
              <a:t>JSLint</a:t>
            </a:r>
            <a:endParaRPr lang="en-US" sz="4400" b="0" strike="noStrike" spc="-1" dirty="0">
              <a:latin typeface="Arial"/>
            </a:endParaRPr>
          </a:p>
        </p:txBody>
      </p:sp>
      <p:sp>
        <p:nvSpPr>
          <p:cNvPr id="282" name="CustomShape 4"/>
          <p:cNvSpPr/>
          <p:nvPr/>
        </p:nvSpPr>
        <p:spPr>
          <a:xfrm>
            <a:off x="478440" y="1272240"/>
            <a:ext cx="10979640" cy="600120"/>
          </a:xfrm>
          <a:prstGeom prst="rect">
            <a:avLst/>
          </a:prstGeom>
          <a:noFill/>
          <a:ln>
            <a:noFill/>
          </a:ln>
        </p:spPr>
        <p:style>
          <a:lnRef idx="0">
            <a:scrgbClr r="0" g="0" b="0"/>
          </a:lnRef>
          <a:fillRef idx="0">
            <a:scrgbClr r="0" g="0" b="0"/>
          </a:fillRef>
          <a:effectRef idx="0">
            <a:scrgbClr r="0" g="0" b="0"/>
          </a:effectRef>
          <a:fontRef idx="minor"/>
        </p:style>
      </p:sp>
      <p:sp>
        <p:nvSpPr>
          <p:cNvPr id="283" name="CustomShape 5"/>
          <p:cNvSpPr/>
          <p:nvPr/>
        </p:nvSpPr>
        <p:spPr>
          <a:xfrm>
            <a:off x="576360" y="2458440"/>
            <a:ext cx="10979640" cy="363600"/>
          </a:xfrm>
          <a:prstGeom prst="rect">
            <a:avLst/>
          </a:prstGeom>
          <a:noFill/>
          <a:ln>
            <a:noFill/>
          </a:ln>
        </p:spPr>
        <p:style>
          <a:lnRef idx="0">
            <a:scrgbClr r="0" g="0" b="0"/>
          </a:lnRef>
          <a:fillRef idx="0">
            <a:scrgbClr r="0" g="0" b="0"/>
          </a:fillRef>
          <a:effectRef idx="0">
            <a:scrgbClr r="0" g="0" b="0"/>
          </a:effectRef>
          <a:fontRef idx="minor"/>
        </p:style>
      </p:sp>
      <p:sp>
        <p:nvSpPr>
          <p:cNvPr id="284" name="CustomShape 6"/>
          <p:cNvSpPr/>
          <p:nvPr/>
        </p:nvSpPr>
        <p:spPr>
          <a:xfrm>
            <a:off x="576360" y="4008240"/>
            <a:ext cx="10817640" cy="413280"/>
          </a:xfrm>
          <a:prstGeom prst="rect">
            <a:avLst/>
          </a:prstGeom>
          <a:noFill/>
          <a:ln>
            <a:noFill/>
          </a:ln>
        </p:spPr>
        <p:style>
          <a:lnRef idx="0">
            <a:scrgbClr r="0" g="0" b="0"/>
          </a:lnRef>
          <a:fillRef idx="0">
            <a:scrgbClr r="0" g="0" b="0"/>
          </a:fillRef>
          <a:effectRef idx="0">
            <a:scrgbClr r="0" g="0" b="0"/>
          </a:effectRef>
          <a:fontRef idx="minor"/>
        </p:style>
      </p:sp>
      <p:sp>
        <p:nvSpPr>
          <p:cNvPr id="285" name="TextShape 7"/>
          <p:cNvSpPr txBox="1"/>
          <p:nvPr/>
        </p:nvSpPr>
        <p:spPr>
          <a:xfrm>
            <a:off x="642840" y="1272240"/>
            <a:ext cx="7248720" cy="3642480"/>
          </a:xfrm>
          <a:prstGeom prst="rect">
            <a:avLst/>
          </a:prstGeom>
          <a:noFill/>
          <a:ln>
            <a:noFill/>
          </a:ln>
        </p:spPr>
        <p:txBody>
          <a:bodyPr lIns="90000" tIns="45000" rIns="90000" bIns="45000">
            <a:noAutofit/>
          </a:bodyPr>
          <a:lstStyle/>
          <a:p>
            <a:pPr>
              <a:lnSpc>
                <a:spcPct val="150000"/>
              </a:lnSpc>
            </a:pPr>
            <a:r>
              <a:rPr lang="en-US" b="1" strike="noStrike" spc="-1" dirty="0">
                <a:solidFill>
                  <a:schemeClr val="bg1"/>
                </a:solidFill>
                <a:latin typeface="Arial"/>
              </a:rPr>
              <a:t>Pros</a:t>
            </a:r>
          </a:p>
          <a:p>
            <a:pPr marL="285750" indent="-285750">
              <a:lnSpc>
                <a:spcPct val="150000"/>
              </a:lnSpc>
              <a:buFont typeface="Arial" panose="020B0604020202020204" pitchFamily="34" charset="0"/>
              <a:buChar char="•"/>
            </a:pPr>
            <a:r>
              <a:rPr lang="en-US" b="0" strike="noStrike" spc="-1" dirty="0">
                <a:solidFill>
                  <a:schemeClr val="bg1"/>
                </a:solidFill>
                <a:latin typeface="Arial"/>
              </a:rPr>
              <a:t>Comes configured and ready to go (if you agree with the rules it enforces)</a:t>
            </a:r>
          </a:p>
          <a:p>
            <a:pPr>
              <a:lnSpc>
                <a:spcPct val="150000"/>
              </a:lnSpc>
            </a:pPr>
            <a:r>
              <a:rPr lang="en-US" b="1" strike="noStrike" spc="-1" dirty="0">
                <a:solidFill>
                  <a:schemeClr val="bg1"/>
                </a:solidFill>
                <a:latin typeface="Arial"/>
              </a:rPr>
              <a:t>Cons </a:t>
            </a:r>
          </a:p>
          <a:p>
            <a:pPr marL="285750" indent="-285750">
              <a:lnSpc>
                <a:spcPct val="150000"/>
              </a:lnSpc>
              <a:buFont typeface="Arial" panose="020B0604020202020204" pitchFamily="34" charset="0"/>
              <a:buChar char="•"/>
            </a:pPr>
            <a:r>
              <a:rPr lang="en-US" b="0" strike="noStrike" spc="-1" dirty="0" err="1">
                <a:solidFill>
                  <a:schemeClr val="bg1"/>
                </a:solidFill>
                <a:latin typeface="Arial"/>
              </a:rPr>
              <a:t>JSLint</a:t>
            </a:r>
            <a:r>
              <a:rPr lang="en-US" b="0" strike="noStrike" spc="-1" dirty="0">
                <a:solidFill>
                  <a:schemeClr val="bg1"/>
                </a:solidFill>
                <a:latin typeface="Arial"/>
              </a:rPr>
              <a:t> doesn’t have a configuration file, which can be problematic if you need to change the settings</a:t>
            </a:r>
          </a:p>
          <a:p>
            <a:pPr marL="285750" indent="-285750">
              <a:lnSpc>
                <a:spcPct val="150000"/>
              </a:lnSpc>
              <a:buFont typeface="Arial" panose="020B0604020202020204" pitchFamily="34" charset="0"/>
              <a:buChar char="•"/>
            </a:pPr>
            <a:r>
              <a:rPr lang="en-US" b="0" strike="noStrike" spc="-1" dirty="0">
                <a:solidFill>
                  <a:schemeClr val="bg1"/>
                </a:solidFill>
                <a:latin typeface="Arial"/>
              </a:rPr>
              <a:t>Limited number of configuration options, many rules cannot be disabled</a:t>
            </a:r>
          </a:p>
          <a:p>
            <a:pPr marL="285750" indent="-285750">
              <a:lnSpc>
                <a:spcPct val="150000"/>
              </a:lnSpc>
              <a:buFont typeface="Arial" panose="020B0604020202020204" pitchFamily="34" charset="0"/>
              <a:buChar char="•"/>
            </a:pPr>
            <a:r>
              <a:rPr lang="en-US" b="0" strike="noStrike" spc="-1" dirty="0">
                <a:solidFill>
                  <a:schemeClr val="bg1"/>
                </a:solidFill>
                <a:latin typeface="Arial"/>
              </a:rPr>
              <a:t>You can’t add custom rules</a:t>
            </a:r>
          </a:p>
          <a:p>
            <a:pPr marL="285750" indent="-285750">
              <a:lnSpc>
                <a:spcPct val="150000"/>
              </a:lnSpc>
              <a:buFont typeface="Arial" panose="020B0604020202020204" pitchFamily="34" charset="0"/>
              <a:buChar char="•"/>
            </a:pPr>
            <a:r>
              <a:rPr lang="en-US" b="0" strike="noStrike" spc="-1" dirty="0">
                <a:solidFill>
                  <a:schemeClr val="bg1"/>
                </a:solidFill>
                <a:latin typeface="Arial"/>
              </a:rPr>
              <a:t>Undocumented features</a:t>
            </a:r>
          </a:p>
          <a:p>
            <a:pPr marL="285750" indent="-285750">
              <a:lnSpc>
                <a:spcPct val="150000"/>
              </a:lnSpc>
              <a:buFont typeface="Arial" panose="020B0604020202020204" pitchFamily="34" charset="0"/>
              <a:buChar char="•"/>
            </a:pPr>
            <a:r>
              <a:rPr lang="en-US" b="0" strike="noStrike" spc="-1" dirty="0">
                <a:solidFill>
                  <a:schemeClr val="bg1"/>
                </a:solidFill>
                <a:latin typeface="Arial"/>
              </a:rPr>
              <a:t>Difficult to know which rule is causing which error</a:t>
            </a:r>
          </a:p>
          <a:p>
            <a:pPr>
              <a:lnSpc>
                <a:spcPct val="150000"/>
              </a:lnSpc>
            </a:pPr>
            <a:endParaRPr lang="en-US" sz="1000" b="0" strike="noStrike" spc="-1" dirty="0">
              <a:solidFill>
                <a:schemeClr val="bg1"/>
              </a:solidFill>
              <a:latin typeface="Arial"/>
            </a:endParaRPr>
          </a:p>
        </p:txBody>
      </p:sp>
      <p:pic>
        <p:nvPicPr>
          <p:cNvPr id="286" name="Рисунок 285"/>
          <p:cNvPicPr/>
          <p:nvPr/>
        </p:nvPicPr>
        <p:blipFill>
          <a:blip r:embed="rId2"/>
          <a:stretch/>
        </p:blipFill>
        <p:spPr>
          <a:xfrm>
            <a:off x="8046720" y="1324440"/>
            <a:ext cx="2876040" cy="961560"/>
          </a:xfrm>
          <a:prstGeom prst="rect">
            <a:avLst/>
          </a:prstGeom>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7" name="CustomShape 1"/>
          <p:cNvSpPr/>
          <p:nvPr/>
        </p:nvSpPr>
        <p:spPr>
          <a:xfrm>
            <a:off x="685800" y="685800"/>
            <a:ext cx="10817640" cy="682920"/>
          </a:xfrm>
          <a:prstGeom prst="rect">
            <a:avLst/>
          </a:prstGeom>
          <a:noFill/>
          <a:ln>
            <a:noFill/>
          </a:ln>
        </p:spPr>
        <p:style>
          <a:lnRef idx="0">
            <a:scrgbClr r="0" g="0" b="0"/>
          </a:lnRef>
          <a:fillRef idx="0">
            <a:scrgbClr r="0" g="0" b="0"/>
          </a:fillRef>
          <a:effectRef idx="0">
            <a:scrgbClr r="0" g="0" b="0"/>
          </a:effectRef>
          <a:fontRef idx="minor"/>
        </p:style>
      </p:sp>
      <p:sp>
        <p:nvSpPr>
          <p:cNvPr id="288" name="CustomShape 2"/>
          <p:cNvSpPr/>
          <p:nvPr/>
        </p:nvSpPr>
        <p:spPr>
          <a:xfrm>
            <a:off x="731520" y="2057400"/>
            <a:ext cx="10817640" cy="3426120"/>
          </a:xfrm>
          <a:prstGeom prst="rect">
            <a:avLst/>
          </a:prstGeom>
          <a:noFill/>
          <a:ln>
            <a:noFill/>
          </a:ln>
        </p:spPr>
        <p:style>
          <a:lnRef idx="0">
            <a:scrgbClr r="0" g="0" b="0"/>
          </a:lnRef>
          <a:fillRef idx="0">
            <a:scrgbClr r="0" g="0" b="0"/>
          </a:fillRef>
          <a:effectRef idx="0">
            <a:scrgbClr r="0" g="0" b="0"/>
          </a:effectRef>
          <a:fontRef idx="minor"/>
        </p:style>
      </p:sp>
      <p:sp>
        <p:nvSpPr>
          <p:cNvPr id="289" name="CustomShape 3"/>
          <p:cNvSpPr/>
          <p:nvPr/>
        </p:nvSpPr>
        <p:spPr>
          <a:xfrm>
            <a:off x="567000" y="306000"/>
            <a:ext cx="11146680" cy="600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oAutofit/>
          </a:bodyPr>
          <a:lstStyle/>
          <a:p>
            <a:pPr algn="ctr">
              <a:lnSpc>
                <a:spcPct val="90000"/>
              </a:lnSpc>
            </a:pPr>
            <a:r>
              <a:rPr lang="en-US" sz="4400" b="0" strike="noStrike" spc="-1">
                <a:solidFill>
                  <a:srgbClr val="FFFFFF"/>
                </a:solidFill>
                <a:latin typeface="Proxima Nova Black"/>
                <a:ea typeface="DejaVu Sans"/>
              </a:rPr>
              <a:t> </a:t>
            </a:r>
            <a:endParaRPr lang="en-US" sz="4400" b="0" strike="noStrike" spc="-1">
              <a:latin typeface="Arial"/>
            </a:endParaRPr>
          </a:p>
        </p:txBody>
      </p:sp>
      <p:sp>
        <p:nvSpPr>
          <p:cNvPr id="291" name="TextShape 5"/>
          <p:cNvSpPr txBox="1"/>
          <p:nvPr/>
        </p:nvSpPr>
        <p:spPr>
          <a:xfrm>
            <a:off x="837360" y="1005840"/>
            <a:ext cx="7273440" cy="5690382"/>
          </a:xfrm>
          <a:prstGeom prst="rect">
            <a:avLst/>
          </a:prstGeom>
          <a:noFill/>
          <a:ln>
            <a:noFill/>
          </a:ln>
        </p:spPr>
        <p:txBody>
          <a:bodyPr lIns="90000" tIns="45000" rIns="90000" bIns="45000">
            <a:noAutofit/>
          </a:bodyPr>
          <a:lstStyle/>
          <a:p>
            <a:pPr>
              <a:lnSpc>
                <a:spcPct val="150000"/>
              </a:lnSpc>
            </a:pPr>
            <a:r>
              <a:rPr lang="en-US" b="1" strike="noStrike" spc="-1" dirty="0">
                <a:solidFill>
                  <a:schemeClr val="bg1"/>
                </a:solidFill>
                <a:latin typeface="Arial"/>
              </a:rPr>
              <a:t>Pros</a:t>
            </a:r>
          </a:p>
          <a:p>
            <a:pPr marL="285750" indent="-285750">
              <a:lnSpc>
                <a:spcPct val="150000"/>
              </a:lnSpc>
              <a:buFont typeface="Arial" panose="020B0604020202020204" pitchFamily="34" charset="0"/>
              <a:buChar char="•"/>
            </a:pPr>
            <a:r>
              <a:rPr lang="en-US" b="0" strike="noStrike" spc="-1" dirty="0">
                <a:solidFill>
                  <a:schemeClr val="bg1"/>
                </a:solidFill>
                <a:latin typeface="Arial"/>
              </a:rPr>
              <a:t>Most settings can be configured</a:t>
            </a:r>
          </a:p>
          <a:p>
            <a:pPr marL="285750" indent="-285750">
              <a:lnSpc>
                <a:spcPct val="150000"/>
              </a:lnSpc>
              <a:buFont typeface="Arial" panose="020B0604020202020204" pitchFamily="34" charset="0"/>
              <a:buChar char="•"/>
            </a:pPr>
            <a:r>
              <a:rPr lang="en-US" b="0" strike="noStrike" spc="-1" dirty="0">
                <a:solidFill>
                  <a:schemeClr val="bg1"/>
                </a:solidFill>
                <a:latin typeface="Arial"/>
              </a:rPr>
              <a:t>Supports a configuration file, making it easier to use in larger projects</a:t>
            </a:r>
          </a:p>
          <a:p>
            <a:pPr marL="285750" indent="-285750">
              <a:lnSpc>
                <a:spcPct val="150000"/>
              </a:lnSpc>
              <a:buFont typeface="Arial" panose="020B0604020202020204" pitchFamily="34" charset="0"/>
              <a:buChar char="•"/>
            </a:pPr>
            <a:r>
              <a:rPr lang="en-US" b="0" strike="noStrike" spc="-1" dirty="0">
                <a:solidFill>
                  <a:schemeClr val="bg1"/>
                </a:solidFill>
                <a:latin typeface="Arial"/>
              </a:rPr>
              <a:t>Has support for many libraries out of the box, like jQuery, </a:t>
            </a:r>
            <a:r>
              <a:rPr lang="en-US" b="0" strike="noStrike" spc="-1" dirty="0" err="1">
                <a:solidFill>
                  <a:schemeClr val="bg1"/>
                </a:solidFill>
                <a:latin typeface="Arial"/>
              </a:rPr>
              <a:t>QUnit</a:t>
            </a:r>
            <a:r>
              <a:rPr lang="en-US" b="0" strike="noStrike" spc="-1" dirty="0">
                <a:solidFill>
                  <a:schemeClr val="bg1"/>
                </a:solidFill>
                <a:latin typeface="Arial"/>
              </a:rPr>
              <a:t>, NodeJS, Mocha, etc.</a:t>
            </a:r>
          </a:p>
          <a:p>
            <a:pPr marL="285750" indent="-285750">
              <a:lnSpc>
                <a:spcPct val="150000"/>
              </a:lnSpc>
              <a:buFont typeface="Arial" panose="020B0604020202020204" pitchFamily="34" charset="0"/>
              <a:buChar char="•"/>
            </a:pPr>
            <a:r>
              <a:rPr lang="en-US" b="0" strike="noStrike" spc="-1" dirty="0">
                <a:solidFill>
                  <a:schemeClr val="bg1"/>
                </a:solidFill>
                <a:latin typeface="Arial"/>
              </a:rPr>
              <a:t>Basic ES6 support</a:t>
            </a:r>
          </a:p>
          <a:p>
            <a:pPr>
              <a:lnSpc>
                <a:spcPct val="150000"/>
              </a:lnSpc>
            </a:pPr>
            <a:r>
              <a:rPr lang="en-US" b="1" strike="noStrike" spc="-1" dirty="0">
                <a:solidFill>
                  <a:schemeClr val="bg1"/>
                </a:solidFill>
                <a:latin typeface="Arial"/>
              </a:rPr>
              <a:t>Cons</a:t>
            </a:r>
          </a:p>
          <a:p>
            <a:pPr marL="285750" indent="-285750" algn="just">
              <a:lnSpc>
                <a:spcPct val="150000"/>
              </a:lnSpc>
              <a:buFont typeface="Arial" panose="020B0604020202020204" pitchFamily="34" charset="0"/>
              <a:buChar char="•"/>
            </a:pPr>
            <a:r>
              <a:rPr lang="en-US" b="0" strike="noStrike" spc="-1" dirty="0">
                <a:solidFill>
                  <a:schemeClr val="bg1"/>
                </a:solidFill>
                <a:latin typeface="Arial"/>
              </a:rPr>
              <a:t>Difficult to know which rule is causing an error</a:t>
            </a:r>
          </a:p>
          <a:p>
            <a:pPr marL="285750" indent="-285750" algn="just">
              <a:lnSpc>
                <a:spcPct val="150000"/>
              </a:lnSpc>
              <a:buFont typeface="Arial" panose="020B0604020202020204" pitchFamily="34" charset="0"/>
              <a:buChar char="•"/>
            </a:pPr>
            <a:r>
              <a:rPr lang="en-US" b="0" strike="noStrike" spc="-1" dirty="0">
                <a:solidFill>
                  <a:schemeClr val="bg1"/>
                </a:solidFill>
                <a:latin typeface="Arial"/>
              </a:rPr>
              <a:t>Has two types of option: enforcing and relaxing (which can be used to make </a:t>
            </a:r>
            <a:r>
              <a:rPr lang="en-US" b="0" strike="noStrike" spc="-1" dirty="0" err="1">
                <a:solidFill>
                  <a:schemeClr val="bg1"/>
                </a:solidFill>
                <a:latin typeface="Arial"/>
              </a:rPr>
              <a:t>JSHint</a:t>
            </a:r>
            <a:r>
              <a:rPr lang="en-US" b="0" strike="noStrike" spc="-1" dirty="0">
                <a:solidFill>
                  <a:schemeClr val="bg1"/>
                </a:solidFill>
                <a:latin typeface="Arial"/>
              </a:rPr>
              <a:t> stricter, or to suppress its warnings). This can make configuration slightly confusing</a:t>
            </a:r>
          </a:p>
          <a:p>
            <a:pPr marL="285750" indent="-285750" algn="just">
              <a:lnSpc>
                <a:spcPct val="150000"/>
              </a:lnSpc>
              <a:buFont typeface="Arial" panose="020B0604020202020204" pitchFamily="34" charset="0"/>
              <a:buChar char="•"/>
            </a:pPr>
            <a:r>
              <a:rPr lang="en-US" b="0" strike="noStrike" spc="-1" dirty="0">
                <a:solidFill>
                  <a:schemeClr val="bg1"/>
                </a:solidFill>
                <a:latin typeface="Arial"/>
              </a:rPr>
              <a:t>No custom rule support</a:t>
            </a:r>
          </a:p>
          <a:p>
            <a:pPr>
              <a:lnSpc>
                <a:spcPct val="150000"/>
              </a:lnSpc>
            </a:pPr>
            <a:endParaRPr lang="en-US" sz="1000" b="0" strike="noStrike" spc="-1" dirty="0">
              <a:solidFill>
                <a:schemeClr val="bg1"/>
              </a:solidFill>
              <a:latin typeface="Arial"/>
            </a:endParaRPr>
          </a:p>
        </p:txBody>
      </p:sp>
      <p:pic>
        <p:nvPicPr>
          <p:cNvPr id="292" name="Рисунок 291"/>
          <p:cNvPicPr/>
          <p:nvPr/>
        </p:nvPicPr>
        <p:blipFill>
          <a:blip r:embed="rId2"/>
          <a:stretch/>
        </p:blipFill>
        <p:spPr>
          <a:xfrm>
            <a:off x="8402400" y="1027260"/>
            <a:ext cx="2809440" cy="1542600"/>
          </a:xfrm>
          <a:prstGeom prst="rect">
            <a:avLst/>
          </a:prstGeom>
          <a:ln>
            <a:noFill/>
          </a:ln>
        </p:spPr>
      </p:pic>
      <p:sp>
        <p:nvSpPr>
          <p:cNvPr id="2" name="CustomShape 3">
            <a:extLst>
              <a:ext uri="{FF2B5EF4-FFF2-40B4-BE49-F238E27FC236}">
                <a16:creationId xmlns:a16="http://schemas.microsoft.com/office/drawing/2014/main" id="{05A73B6E-4D0D-470B-A6BC-3C3C52961590}"/>
              </a:ext>
            </a:extLst>
          </p:cNvPr>
          <p:cNvSpPr/>
          <p:nvPr/>
        </p:nvSpPr>
        <p:spPr>
          <a:xfrm>
            <a:off x="478440" y="332280"/>
            <a:ext cx="11146680" cy="600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oAutofit/>
          </a:bodyPr>
          <a:lstStyle/>
          <a:p>
            <a:pPr algn="ctr">
              <a:lnSpc>
                <a:spcPct val="90000"/>
              </a:lnSpc>
            </a:pPr>
            <a:r>
              <a:rPr lang="en-US" sz="4400" b="0" strike="noStrike" spc="-1" dirty="0">
                <a:solidFill>
                  <a:srgbClr val="FFFFFF"/>
                </a:solidFill>
                <a:latin typeface="Proxima Nova Black"/>
                <a:ea typeface="DejaVu Sans"/>
              </a:rPr>
              <a:t> </a:t>
            </a:r>
            <a:r>
              <a:rPr lang="en-US" sz="4400" b="0" strike="noStrike" spc="-1" dirty="0" err="1">
                <a:solidFill>
                  <a:srgbClr val="FFFFFF"/>
                </a:solidFill>
                <a:latin typeface="Proxima Nova Black"/>
                <a:ea typeface="DejaVu Sans"/>
              </a:rPr>
              <a:t>JSHint</a:t>
            </a:r>
            <a:endParaRPr lang="en-US" sz="4400" b="0" strike="noStrike" spc="-1" dirty="0">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3" name="CustomShape 1"/>
          <p:cNvSpPr/>
          <p:nvPr/>
        </p:nvSpPr>
        <p:spPr>
          <a:xfrm>
            <a:off x="-1280160" y="688320"/>
            <a:ext cx="14538600" cy="682920"/>
          </a:xfrm>
          <a:prstGeom prst="rect">
            <a:avLst/>
          </a:prstGeom>
          <a:noFill/>
          <a:ln>
            <a:noFill/>
          </a:ln>
        </p:spPr>
        <p:style>
          <a:lnRef idx="0">
            <a:scrgbClr r="0" g="0" b="0"/>
          </a:lnRef>
          <a:fillRef idx="0">
            <a:scrgbClr r="0" g="0" b="0"/>
          </a:fillRef>
          <a:effectRef idx="0">
            <a:scrgbClr r="0" g="0" b="0"/>
          </a:effectRef>
          <a:fontRef idx="minor"/>
        </p:style>
      </p:sp>
      <p:sp>
        <p:nvSpPr>
          <p:cNvPr id="294" name="CustomShape 2"/>
          <p:cNvSpPr/>
          <p:nvPr/>
        </p:nvSpPr>
        <p:spPr>
          <a:xfrm>
            <a:off x="1097280" y="1043280"/>
            <a:ext cx="10671840" cy="1377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oAutofit/>
          </a:bodyPr>
          <a:lstStyle/>
          <a:p>
            <a:pPr algn="just">
              <a:lnSpc>
                <a:spcPct val="100000"/>
              </a:lnSpc>
            </a:pPr>
            <a:endParaRPr lang="en-US" sz="1800" b="0" strike="noStrike" spc="-1">
              <a:latin typeface="Arial"/>
            </a:endParaRPr>
          </a:p>
          <a:p>
            <a:pPr>
              <a:lnSpc>
                <a:spcPct val="100000"/>
              </a:lnSpc>
            </a:pPr>
            <a:endParaRPr lang="en-US" sz="1800" b="0" strike="noStrike" spc="-1">
              <a:latin typeface="Arial"/>
            </a:endParaRPr>
          </a:p>
        </p:txBody>
      </p:sp>
      <p:sp>
        <p:nvSpPr>
          <p:cNvPr id="295" name="TextShape 3"/>
          <p:cNvSpPr txBox="1"/>
          <p:nvPr/>
        </p:nvSpPr>
        <p:spPr>
          <a:xfrm>
            <a:off x="1002960" y="932400"/>
            <a:ext cx="6945286" cy="5593320"/>
          </a:xfrm>
          <a:prstGeom prst="rect">
            <a:avLst/>
          </a:prstGeom>
          <a:noFill/>
          <a:ln>
            <a:noFill/>
          </a:ln>
        </p:spPr>
        <p:txBody>
          <a:bodyPr lIns="90000" tIns="45000" rIns="90000" bIns="45000">
            <a:noAutofit/>
          </a:bodyPr>
          <a:lstStyle/>
          <a:p>
            <a:pPr algn="just">
              <a:lnSpc>
                <a:spcPct val="150000"/>
              </a:lnSpc>
            </a:pPr>
            <a:r>
              <a:rPr lang="en-US" b="1" strike="noStrike" spc="-1" dirty="0">
                <a:solidFill>
                  <a:schemeClr val="bg1"/>
                </a:solidFill>
                <a:latin typeface="Arial"/>
              </a:rPr>
              <a:t>Pros</a:t>
            </a:r>
          </a:p>
          <a:p>
            <a:pPr marL="285750" indent="-285750" algn="just">
              <a:lnSpc>
                <a:spcPct val="150000"/>
              </a:lnSpc>
              <a:buFont typeface="Arial" panose="020B0604020202020204" pitchFamily="34" charset="0"/>
              <a:buChar char="•"/>
            </a:pPr>
            <a:r>
              <a:rPr lang="en-US" b="0" strike="noStrike" spc="-1" dirty="0">
                <a:solidFill>
                  <a:schemeClr val="bg1"/>
                </a:solidFill>
                <a:latin typeface="Arial"/>
              </a:rPr>
              <a:t>Flexible: any rule can be toggled, and many rules have extra settings that can be tweaked</a:t>
            </a:r>
          </a:p>
          <a:p>
            <a:pPr marL="285750" indent="-285750" algn="just">
              <a:lnSpc>
                <a:spcPct val="150000"/>
              </a:lnSpc>
              <a:buFont typeface="Arial" panose="020B0604020202020204" pitchFamily="34" charset="0"/>
              <a:buChar char="•"/>
            </a:pPr>
            <a:r>
              <a:rPr lang="en-US" b="0" strike="noStrike" spc="-1" dirty="0">
                <a:solidFill>
                  <a:schemeClr val="bg1"/>
                </a:solidFill>
                <a:latin typeface="Arial"/>
              </a:rPr>
              <a:t>Very extensible and has many plugins available</a:t>
            </a:r>
          </a:p>
          <a:p>
            <a:pPr marL="285750" indent="-285750" algn="just">
              <a:lnSpc>
                <a:spcPct val="150000"/>
              </a:lnSpc>
              <a:buFont typeface="Arial" panose="020B0604020202020204" pitchFamily="34" charset="0"/>
              <a:buChar char="•"/>
            </a:pPr>
            <a:r>
              <a:rPr lang="en-US" b="0" strike="noStrike" spc="-1" dirty="0">
                <a:solidFill>
                  <a:schemeClr val="bg1"/>
                </a:solidFill>
                <a:latin typeface="Arial"/>
              </a:rPr>
              <a:t>Easy to understand output</a:t>
            </a:r>
          </a:p>
          <a:p>
            <a:pPr marL="285750" indent="-285750" algn="just">
              <a:lnSpc>
                <a:spcPct val="150000"/>
              </a:lnSpc>
              <a:buFont typeface="Arial" panose="020B0604020202020204" pitchFamily="34" charset="0"/>
              <a:buChar char="•"/>
            </a:pPr>
            <a:r>
              <a:rPr lang="en-US" b="0" strike="noStrike" spc="-1" dirty="0">
                <a:solidFill>
                  <a:schemeClr val="bg1"/>
                </a:solidFill>
                <a:latin typeface="Arial"/>
              </a:rPr>
              <a:t>Includes many rules not available in other linters, making </a:t>
            </a:r>
            <a:r>
              <a:rPr lang="en-US" b="0" strike="noStrike" spc="-1" dirty="0" err="1">
                <a:solidFill>
                  <a:schemeClr val="bg1"/>
                </a:solidFill>
                <a:latin typeface="Arial"/>
              </a:rPr>
              <a:t>ESLint</a:t>
            </a:r>
            <a:r>
              <a:rPr lang="en-US" b="0" strike="noStrike" spc="-1" dirty="0">
                <a:solidFill>
                  <a:schemeClr val="bg1"/>
                </a:solidFill>
                <a:latin typeface="Arial"/>
              </a:rPr>
              <a:t> more useful for detecting problems</a:t>
            </a:r>
          </a:p>
          <a:p>
            <a:pPr marL="285750" indent="-285750" algn="just">
              <a:lnSpc>
                <a:spcPct val="150000"/>
              </a:lnSpc>
              <a:buFont typeface="Arial" panose="020B0604020202020204" pitchFamily="34" charset="0"/>
              <a:buChar char="•"/>
            </a:pPr>
            <a:r>
              <a:rPr lang="en-US" b="0" strike="noStrike" spc="-1" dirty="0">
                <a:solidFill>
                  <a:schemeClr val="bg1"/>
                </a:solidFill>
                <a:latin typeface="Arial"/>
              </a:rPr>
              <a:t>Best ES6 support, and also the only tool to support </a:t>
            </a:r>
            <a:r>
              <a:rPr lang="en-US" b="0" strike="noStrike" spc="-1" dirty="0">
                <a:solidFill>
                  <a:schemeClr val="bg1"/>
                </a:solidFill>
                <a:latin typeface="Arial"/>
                <a:hlinkClick r:id="rId2">
                  <a:extLst>
                    <a:ext uri="{A12FA001-AC4F-418D-AE19-62706E023703}">
                      <ahyp:hlinkClr xmlns:ahyp="http://schemas.microsoft.com/office/drawing/2018/hyperlinkcolor" val="tx"/>
                    </a:ext>
                  </a:extLst>
                </a:hlinkClick>
              </a:rPr>
              <a:t>JSX</a:t>
            </a:r>
            <a:endParaRPr lang="en-US" b="0" strike="noStrike" spc="-1" dirty="0">
              <a:solidFill>
                <a:schemeClr val="bg1"/>
              </a:solidFill>
              <a:latin typeface="Arial"/>
            </a:endParaRPr>
          </a:p>
          <a:p>
            <a:pPr marL="285750" indent="-285750" algn="just">
              <a:lnSpc>
                <a:spcPct val="150000"/>
              </a:lnSpc>
              <a:buFont typeface="Arial" panose="020B0604020202020204" pitchFamily="34" charset="0"/>
              <a:buChar char="•"/>
            </a:pPr>
            <a:r>
              <a:rPr lang="en-US" b="0" strike="noStrike" spc="-1" dirty="0">
                <a:solidFill>
                  <a:schemeClr val="bg1"/>
                </a:solidFill>
                <a:latin typeface="Arial"/>
              </a:rPr>
              <a:t>Supports custom reporters</a:t>
            </a:r>
          </a:p>
          <a:p>
            <a:pPr algn="just">
              <a:lnSpc>
                <a:spcPct val="150000"/>
              </a:lnSpc>
            </a:pPr>
            <a:r>
              <a:rPr lang="en-US" b="1" strike="noStrike" spc="-1" dirty="0">
                <a:solidFill>
                  <a:schemeClr val="bg1"/>
                </a:solidFill>
                <a:latin typeface="Arial"/>
              </a:rPr>
              <a:t>Cons</a:t>
            </a:r>
          </a:p>
          <a:p>
            <a:pPr marL="285750" indent="-285750" algn="just">
              <a:lnSpc>
                <a:spcPct val="150000"/>
              </a:lnSpc>
              <a:buFont typeface="Arial" panose="020B0604020202020204" pitchFamily="34" charset="0"/>
              <a:buChar char="•"/>
            </a:pPr>
            <a:r>
              <a:rPr lang="en-US" b="0" strike="noStrike" spc="-1" dirty="0">
                <a:solidFill>
                  <a:schemeClr val="bg1"/>
                </a:solidFill>
                <a:latin typeface="Arial"/>
              </a:rPr>
              <a:t>Some configuration required</a:t>
            </a:r>
          </a:p>
          <a:p>
            <a:pPr marL="285750" indent="-285750" algn="just">
              <a:lnSpc>
                <a:spcPct val="150000"/>
              </a:lnSpc>
              <a:buFont typeface="Arial" panose="020B0604020202020204" pitchFamily="34" charset="0"/>
              <a:buChar char="•"/>
            </a:pPr>
            <a:r>
              <a:rPr lang="en-US" b="0" strike="noStrike" spc="-1" dirty="0">
                <a:solidFill>
                  <a:schemeClr val="bg1"/>
                </a:solidFill>
                <a:latin typeface="Arial"/>
              </a:rPr>
              <a:t>Slow, but not a hindrance</a:t>
            </a:r>
          </a:p>
          <a:p>
            <a:endParaRPr lang="en-US" sz="1000" b="0" strike="noStrike" spc="-1" dirty="0">
              <a:solidFill>
                <a:schemeClr val="bg1"/>
              </a:solidFill>
              <a:latin typeface="Arial"/>
            </a:endParaRPr>
          </a:p>
        </p:txBody>
      </p:sp>
      <p:pic>
        <p:nvPicPr>
          <p:cNvPr id="297" name="Рисунок 296"/>
          <p:cNvPicPr/>
          <p:nvPr/>
        </p:nvPicPr>
        <p:blipFill>
          <a:blip r:embed="rId3"/>
          <a:stretch/>
        </p:blipFill>
        <p:spPr>
          <a:xfrm>
            <a:off x="9043823" y="1423440"/>
            <a:ext cx="1485720" cy="1561680"/>
          </a:xfrm>
          <a:prstGeom prst="rect">
            <a:avLst/>
          </a:prstGeom>
          <a:ln>
            <a:noFill/>
          </a:ln>
        </p:spPr>
      </p:pic>
      <p:sp>
        <p:nvSpPr>
          <p:cNvPr id="2" name="CustomShape 3">
            <a:extLst>
              <a:ext uri="{FF2B5EF4-FFF2-40B4-BE49-F238E27FC236}">
                <a16:creationId xmlns:a16="http://schemas.microsoft.com/office/drawing/2014/main" id="{B5B9B4EC-0A38-447C-8795-9990E35DEFF5}"/>
              </a:ext>
            </a:extLst>
          </p:cNvPr>
          <p:cNvSpPr/>
          <p:nvPr/>
        </p:nvSpPr>
        <p:spPr>
          <a:xfrm>
            <a:off x="478440" y="332280"/>
            <a:ext cx="11146680" cy="600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oAutofit/>
          </a:bodyPr>
          <a:lstStyle/>
          <a:p>
            <a:pPr algn="ctr">
              <a:lnSpc>
                <a:spcPct val="90000"/>
              </a:lnSpc>
            </a:pPr>
            <a:r>
              <a:rPr lang="en-US" sz="4400" b="0" strike="noStrike" spc="-1" dirty="0">
                <a:solidFill>
                  <a:srgbClr val="FFFFFF"/>
                </a:solidFill>
                <a:latin typeface="Proxima Nova Black"/>
                <a:ea typeface="DejaVu Sans"/>
              </a:rPr>
              <a:t> </a:t>
            </a:r>
            <a:r>
              <a:rPr lang="en-US" sz="4400" spc="-1" dirty="0" err="1">
                <a:solidFill>
                  <a:srgbClr val="FFFFFF"/>
                </a:solidFill>
                <a:latin typeface="Proxima Nova Black"/>
                <a:ea typeface="DejaVu Sans"/>
              </a:rPr>
              <a:t>ESL</a:t>
            </a:r>
            <a:r>
              <a:rPr lang="en-US" sz="4400" b="0" strike="noStrike" spc="-1" dirty="0" err="1">
                <a:solidFill>
                  <a:srgbClr val="FFFFFF"/>
                </a:solidFill>
                <a:latin typeface="Proxima Nova Black"/>
                <a:ea typeface="DejaVu Sans"/>
              </a:rPr>
              <a:t>int</a:t>
            </a:r>
            <a:endParaRPr lang="en-US" sz="4400" b="0" strike="noStrike" spc="-1" dirty="0">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8" name="CustomShape 1"/>
          <p:cNvSpPr/>
          <p:nvPr/>
        </p:nvSpPr>
        <p:spPr>
          <a:xfrm>
            <a:off x="685800" y="685800"/>
            <a:ext cx="10817640" cy="682920"/>
          </a:xfrm>
          <a:prstGeom prst="rect">
            <a:avLst/>
          </a:prstGeom>
          <a:noFill/>
          <a:ln>
            <a:noFill/>
          </a:ln>
        </p:spPr>
        <p:style>
          <a:lnRef idx="0">
            <a:scrgbClr r="0" g="0" b="0"/>
          </a:lnRef>
          <a:fillRef idx="0">
            <a:scrgbClr r="0" g="0" b="0"/>
          </a:fillRef>
          <a:effectRef idx="0">
            <a:scrgbClr r="0" g="0" b="0"/>
          </a:effectRef>
          <a:fontRef idx="minor"/>
        </p:style>
      </p:sp>
      <p:sp>
        <p:nvSpPr>
          <p:cNvPr id="299" name="CustomShape 2"/>
          <p:cNvSpPr/>
          <p:nvPr/>
        </p:nvSpPr>
        <p:spPr>
          <a:xfrm>
            <a:off x="685800" y="2057400"/>
            <a:ext cx="3464280" cy="3426120"/>
          </a:xfrm>
          <a:prstGeom prst="rect">
            <a:avLst/>
          </a:prstGeom>
          <a:noFill/>
          <a:ln>
            <a:noFill/>
          </a:ln>
        </p:spPr>
        <p:style>
          <a:lnRef idx="0">
            <a:scrgbClr r="0" g="0" b="0"/>
          </a:lnRef>
          <a:fillRef idx="0">
            <a:scrgbClr r="0" g="0" b="0"/>
          </a:fillRef>
          <a:effectRef idx="0">
            <a:scrgbClr r="0" g="0" b="0"/>
          </a:effectRef>
          <a:fontRef idx="minor"/>
        </p:style>
      </p:sp>
      <p:pic>
        <p:nvPicPr>
          <p:cNvPr id="301" name="Рисунок 300"/>
          <p:cNvPicPr/>
          <p:nvPr/>
        </p:nvPicPr>
        <p:blipFill>
          <a:blip r:embed="rId2"/>
          <a:stretch/>
        </p:blipFill>
        <p:spPr>
          <a:xfrm>
            <a:off x="986995" y="1112220"/>
            <a:ext cx="3285720" cy="361440"/>
          </a:xfrm>
          <a:prstGeom prst="rect">
            <a:avLst/>
          </a:prstGeom>
          <a:ln>
            <a:noFill/>
          </a:ln>
        </p:spPr>
      </p:pic>
      <p:sp>
        <p:nvSpPr>
          <p:cNvPr id="302" name="TextShape 4"/>
          <p:cNvSpPr txBox="1"/>
          <p:nvPr/>
        </p:nvSpPr>
        <p:spPr>
          <a:xfrm>
            <a:off x="986995" y="1568104"/>
            <a:ext cx="4564966" cy="328016"/>
          </a:xfrm>
          <a:prstGeom prst="rect">
            <a:avLst/>
          </a:prstGeom>
          <a:noFill/>
          <a:ln>
            <a:noFill/>
          </a:ln>
        </p:spPr>
        <p:txBody>
          <a:bodyPr lIns="90000" tIns="45000" rIns="90000" bIns="45000">
            <a:noAutofit/>
          </a:bodyPr>
          <a:lstStyle/>
          <a:p>
            <a:r>
              <a:rPr lang="en-US" b="0" strike="noStrike" spc="-1" dirty="0">
                <a:solidFill>
                  <a:schemeClr val="bg1"/>
                </a:solidFill>
                <a:latin typeface="Arial"/>
              </a:rPr>
              <a:t>You should then set up a configuration file:</a:t>
            </a:r>
          </a:p>
        </p:txBody>
      </p:sp>
      <p:pic>
        <p:nvPicPr>
          <p:cNvPr id="303" name="Рисунок 302"/>
          <p:cNvPicPr/>
          <p:nvPr/>
        </p:nvPicPr>
        <p:blipFill>
          <a:blip r:embed="rId3"/>
          <a:stretch/>
        </p:blipFill>
        <p:spPr>
          <a:xfrm>
            <a:off x="986995" y="3000483"/>
            <a:ext cx="2381040" cy="342720"/>
          </a:xfrm>
          <a:prstGeom prst="rect">
            <a:avLst/>
          </a:prstGeom>
          <a:ln>
            <a:noFill/>
          </a:ln>
        </p:spPr>
      </p:pic>
      <p:pic>
        <p:nvPicPr>
          <p:cNvPr id="304" name="Рисунок 303"/>
          <p:cNvPicPr/>
          <p:nvPr/>
        </p:nvPicPr>
        <p:blipFill>
          <a:blip r:embed="rId4"/>
          <a:stretch/>
        </p:blipFill>
        <p:spPr>
          <a:xfrm>
            <a:off x="986995" y="2059830"/>
            <a:ext cx="2114280" cy="333000"/>
          </a:xfrm>
          <a:prstGeom prst="rect">
            <a:avLst/>
          </a:prstGeom>
          <a:ln>
            <a:noFill/>
          </a:ln>
        </p:spPr>
      </p:pic>
      <p:sp>
        <p:nvSpPr>
          <p:cNvPr id="305" name="TextShape 5"/>
          <p:cNvSpPr txBox="1"/>
          <p:nvPr/>
        </p:nvSpPr>
        <p:spPr>
          <a:xfrm>
            <a:off x="986995" y="2521814"/>
            <a:ext cx="6722100" cy="342720"/>
          </a:xfrm>
          <a:prstGeom prst="rect">
            <a:avLst/>
          </a:prstGeom>
          <a:noFill/>
          <a:ln>
            <a:noFill/>
          </a:ln>
        </p:spPr>
        <p:txBody>
          <a:bodyPr lIns="90000" tIns="45000" rIns="90000" bIns="45000">
            <a:noAutofit/>
          </a:bodyPr>
          <a:lstStyle/>
          <a:p>
            <a:r>
              <a:rPr lang="en-US" b="0" strike="noStrike" spc="-1">
                <a:solidFill>
                  <a:schemeClr val="bg1"/>
                </a:solidFill>
                <a:latin typeface="Arial"/>
              </a:rPr>
              <a:t>After that, you can run ESLint on any file or directory like this:</a:t>
            </a:r>
          </a:p>
        </p:txBody>
      </p:sp>
      <p:sp>
        <p:nvSpPr>
          <p:cNvPr id="306" name="TextShape 6"/>
          <p:cNvSpPr txBox="1"/>
          <p:nvPr/>
        </p:nvSpPr>
        <p:spPr>
          <a:xfrm>
            <a:off x="991080" y="3657600"/>
            <a:ext cx="9615960" cy="681286"/>
          </a:xfrm>
          <a:prstGeom prst="rect">
            <a:avLst/>
          </a:prstGeom>
          <a:noFill/>
          <a:ln>
            <a:noFill/>
          </a:ln>
        </p:spPr>
        <p:txBody>
          <a:bodyPr lIns="90000" tIns="45000" rIns="90000" bIns="45000">
            <a:noAutofit/>
          </a:bodyPr>
          <a:lstStyle/>
          <a:p>
            <a:r>
              <a:rPr lang="en-US" b="0" strike="noStrike" spc="-1" dirty="0">
                <a:solidFill>
                  <a:schemeClr val="bg1"/>
                </a:solidFill>
                <a:latin typeface="Arial"/>
              </a:rPr>
              <a:t>After running </a:t>
            </a:r>
            <a:r>
              <a:rPr lang="en-US" b="1" i="1" strike="noStrike" spc="-1" dirty="0" err="1">
                <a:solidFill>
                  <a:schemeClr val="bg1"/>
                </a:solidFill>
                <a:latin typeface="Arial"/>
              </a:rPr>
              <a:t>eslint</a:t>
            </a:r>
            <a:r>
              <a:rPr lang="en-US" b="1" i="1" strike="noStrike" spc="-1" dirty="0">
                <a:solidFill>
                  <a:schemeClr val="bg1"/>
                </a:solidFill>
                <a:latin typeface="Arial"/>
              </a:rPr>
              <a:t> --</a:t>
            </a:r>
            <a:r>
              <a:rPr lang="en-US" b="1" i="1" strike="noStrike" spc="-1" dirty="0" err="1">
                <a:solidFill>
                  <a:schemeClr val="bg1"/>
                </a:solidFill>
                <a:latin typeface="Arial"/>
              </a:rPr>
              <a:t>init</a:t>
            </a:r>
            <a:r>
              <a:rPr lang="en-US" b="0" strike="noStrike" spc="-1" dirty="0">
                <a:solidFill>
                  <a:schemeClr val="bg1"/>
                </a:solidFill>
                <a:latin typeface="Arial"/>
              </a:rPr>
              <a:t>, you'll have a</a:t>
            </a:r>
            <a:r>
              <a:rPr lang="en-US" b="1" i="1" strike="noStrike" spc="-1" dirty="0">
                <a:solidFill>
                  <a:schemeClr val="bg1"/>
                </a:solidFill>
                <a:latin typeface="Arial"/>
              </a:rPr>
              <a:t> .</a:t>
            </a:r>
            <a:r>
              <a:rPr lang="en-US" b="1" i="1" strike="noStrike" spc="-1" dirty="0" err="1">
                <a:solidFill>
                  <a:schemeClr val="bg1"/>
                </a:solidFill>
                <a:latin typeface="Arial"/>
              </a:rPr>
              <a:t>eslintrc</a:t>
            </a:r>
            <a:r>
              <a:rPr lang="en-US" b="1" i="1" strike="noStrike" spc="-1" dirty="0">
                <a:solidFill>
                  <a:schemeClr val="bg1"/>
                </a:solidFill>
                <a:latin typeface="Arial"/>
              </a:rPr>
              <a:t> </a:t>
            </a:r>
            <a:r>
              <a:rPr lang="en-US" b="0" strike="noStrike" spc="-1" dirty="0">
                <a:solidFill>
                  <a:schemeClr val="bg1"/>
                </a:solidFill>
                <a:latin typeface="Arial"/>
              </a:rPr>
              <a:t>file in your directory. In it, you'll see some rules configured like this:</a:t>
            </a:r>
          </a:p>
        </p:txBody>
      </p:sp>
      <p:pic>
        <p:nvPicPr>
          <p:cNvPr id="309" name="Рисунок 308"/>
          <p:cNvPicPr/>
          <p:nvPr/>
        </p:nvPicPr>
        <p:blipFill>
          <a:blip r:embed="rId5"/>
          <a:stretch/>
        </p:blipFill>
        <p:spPr>
          <a:xfrm>
            <a:off x="986995" y="4496818"/>
            <a:ext cx="3762000" cy="1371240"/>
          </a:xfrm>
          <a:prstGeom prst="rect">
            <a:avLst/>
          </a:prstGeom>
          <a:ln>
            <a:noFill/>
          </a:ln>
        </p:spPr>
      </p:pic>
      <p:sp>
        <p:nvSpPr>
          <p:cNvPr id="2" name="CustomShape 3">
            <a:extLst>
              <a:ext uri="{FF2B5EF4-FFF2-40B4-BE49-F238E27FC236}">
                <a16:creationId xmlns:a16="http://schemas.microsoft.com/office/drawing/2014/main" id="{DC06B18F-062C-491E-B278-42BD788079FA}"/>
              </a:ext>
            </a:extLst>
          </p:cNvPr>
          <p:cNvSpPr/>
          <p:nvPr/>
        </p:nvSpPr>
        <p:spPr>
          <a:xfrm>
            <a:off x="478440" y="332280"/>
            <a:ext cx="11146680" cy="600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oAutofit/>
          </a:bodyPr>
          <a:lstStyle/>
          <a:p>
            <a:pPr algn="ctr">
              <a:lnSpc>
                <a:spcPct val="90000"/>
              </a:lnSpc>
            </a:pPr>
            <a:r>
              <a:rPr lang="en-US" sz="4400" b="0" strike="noStrike" spc="-1" dirty="0">
                <a:solidFill>
                  <a:srgbClr val="FFFFFF"/>
                </a:solidFill>
                <a:latin typeface="Proxima Nova Black"/>
                <a:ea typeface="DejaVu Sans"/>
              </a:rPr>
              <a:t> Getting started with </a:t>
            </a:r>
            <a:r>
              <a:rPr lang="en-US" sz="4400" spc="-1" dirty="0" err="1">
                <a:solidFill>
                  <a:srgbClr val="FFFFFF"/>
                </a:solidFill>
                <a:latin typeface="Proxima Nova Black"/>
                <a:ea typeface="DejaVu Sans"/>
              </a:rPr>
              <a:t>ESL</a:t>
            </a:r>
            <a:r>
              <a:rPr lang="en-US" sz="4400" b="0" strike="noStrike" spc="-1" dirty="0" err="1">
                <a:solidFill>
                  <a:srgbClr val="FFFFFF"/>
                </a:solidFill>
                <a:latin typeface="Proxima Nova Black"/>
                <a:ea typeface="DejaVu Sans"/>
              </a:rPr>
              <a:t>int</a:t>
            </a:r>
            <a:endParaRPr lang="en-US" sz="4400" b="0" strike="noStrike" spc="-1" dirty="0">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3" name="pasted-image.png"/>
          <p:cNvPicPr/>
          <p:nvPr/>
        </p:nvPicPr>
        <p:blipFill>
          <a:blip r:embed="rId2"/>
          <a:stretch/>
        </p:blipFill>
        <p:spPr>
          <a:xfrm>
            <a:off x="0" y="0"/>
            <a:ext cx="12189240" cy="6855120"/>
          </a:xfrm>
          <a:prstGeom prst="rect">
            <a:avLst/>
          </a:prstGeom>
          <a:ln w="12600">
            <a:noFill/>
          </a:ln>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00B188"/>
      </a:accent1>
      <a:accent2>
        <a:srgbClr val="9F26B5"/>
      </a:accent2>
      <a:accent3>
        <a:srgbClr val="4E5FAB"/>
      </a:accent3>
      <a:accent4>
        <a:srgbClr val="95D600"/>
      </a:accent4>
      <a:accent5>
        <a:srgbClr val="D41B5D"/>
      </a:accent5>
      <a:accent6>
        <a:srgbClr val="00A6CE"/>
      </a:accent6>
      <a:hlink>
        <a:srgbClr val="00A6CE"/>
      </a:hlink>
      <a:folHlink>
        <a:srgbClr val="4E5FA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00B188"/>
      </a:accent1>
      <a:accent2>
        <a:srgbClr val="9F26B5"/>
      </a:accent2>
      <a:accent3>
        <a:srgbClr val="4E5FAB"/>
      </a:accent3>
      <a:accent4>
        <a:srgbClr val="95D600"/>
      </a:accent4>
      <a:accent5>
        <a:srgbClr val="D41B5D"/>
      </a:accent5>
      <a:accent6>
        <a:srgbClr val="00A6CE"/>
      </a:accent6>
      <a:hlink>
        <a:srgbClr val="00A6CE"/>
      </a:hlink>
      <a:folHlink>
        <a:srgbClr val="4E5FA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00B188"/>
      </a:accent1>
      <a:accent2>
        <a:srgbClr val="9F26B5"/>
      </a:accent2>
      <a:accent3>
        <a:srgbClr val="4E5FAB"/>
      </a:accent3>
      <a:accent4>
        <a:srgbClr val="95D600"/>
      </a:accent4>
      <a:accent5>
        <a:srgbClr val="D41B5D"/>
      </a:accent5>
      <a:accent6>
        <a:srgbClr val="00A6CE"/>
      </a:accent6>
      <a:hlink>
        <a:srgbClr val="00A6CE"/>
      </a:hlink>
      <a:folHlink>
        <a:srgbClr val="4E5FA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00B188"/>
      </a:accent1>
      <a:accent2>
        <a:srgbClr val="9F26B5"/>
      </a:accent2>
      <a:accent3>
        <a:srgbClr val="4E5FAB"/>
      </a:accent3>
      <a:accent4>
        <a:srgbClr val="95D600"/>
      </a:accent4>
      <a:accent5>
        <a:srgbClr val="D41B5D"/>
      </a:accent5>
      <a:accent6>
        <a:srgbClr val="00A6CE"/>
      </a:accent6>
      <a:hlink>
        <a:srgbClr val="00A6CE"/>
      </a:hlink>
      <a:folHlink>
        <a:srgbClr val="4E5FA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00B188"/>
      </a:accent1>
      <a:accent2>
        <a:srgbClr val="9F26B5"/>
      </a:accent2>
      <a:accent3>
        <a:srgbClr val="4E5FAB"/>
      </a:accent3>
      <a:accent4>
        <a:srgbClr val="95D600"/>
      </a:accent4>
      <a:accent5>
        <a:srgbClr val="D41B5D"/>
      </a:accent5>
      <a:accent6>
        <a:srgbClr val="00A6CE"/>
      </a:accent6>
      <a:hlink>
        <a:srgbClr val="00A6CE"/>
      </a:hlink>
      <a:folHlink>
        <a:srgbClr val="4E5FA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1392</TotalTime>
  <Words>1173</Words>
  <Application>Microsoft Office PowerPoint</Application>
  <PresentationFormat>Широкоэкранный</PresentationFormat>
  <Paragraphs>84</Paragraphs>
  <Slides>16</Slides>
  <Notes>2</Notes>
  <HiddenSlides>0</HiddenSlides>
  <MMClips>0</MMClips>
  <ScaleCrop>false</ScaleCrop>
  <HeadingPairs>
    <vt:vector size="6" baseType="variant">
      <vt:variant>
        <vt:lpstr>Использованные шрифты</vt:lpstr>
      </vt:variant>
      <vt:variant>
        <vt:i4>7</vt:i4>
      </vt:variant>
      <vt:variant>
        <vt:lpstr>Тема</vt:lpstr>
      </vt:variant>
      <vt:variant>
        <vt:i4>4</vt:i4>
      </vt:variant>
      <vt:variant>
        <vt:lpstr>Заголовки слайдов</vt:lpstr>
      </vt:variant>
      <vt:variant>
        <vt:i4>16</vt:i4>
      </vt:variant>
    </vt:vector>
  </HeadingPairs>
  <TitlesOfParts>
    <vt:vector size="27" baseType="lpstr">
      <vt:lpstr>Arial</vt:lpstr>
      <vt:lpstr>Open Sans Regular</vt:lpstr>
      <vt:lpstr>Proxima Nova Black</vt:lpstr>
      <vt:lpstr>Source Sans Pro</vt:lpstr>
      <vt:lpstr>Symbol</vt:lpstr>
      <vt:lpstr>Times New Roman</vt:lpstr>
      <vt:lpstr>Wingdings</vt:lpstr>
      <vt:lpstr>Office Theme</vt:lpstr>
      <vt:lpstr>Office Theme</vt:lpstr>
      <vt:lpstr>Office Theme</vt:lpstr>
      <vt:lpstr>Office Theme</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Naming</vt:lpstr>
      <vt:lpstr>Презентация PowerPoint</vt:lpstr>
      <vt:lpstr>Презентация PowerPoint</vt:lpstr>
      <vt:lpstr>Object Literals</vt:lpstr>
      <vt:lpstr>Презентация PowerPoint</vt:lpstr>
      <vt:lpstr>Презентация PowerPoint</vt:lpstr>
      <vt:lpstr>Презентация PowerPoint</vt:lpstr>
      <vt:lpstr>Презентация PowerPoint</vt:lpstr>
      <vt:lpstr>Презентация PowerPoint</vt:lpstr>
    </vt:vector>
  </TitlesOfParts>
  <Company>Verint Systems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508/WCAG SERVICE</dc:title>
  <dc:subject/>
  <dc:creator>Strutynska, Viktoriya</dc:creator>
  <dc:description/>
  <cp:lastModifiedBy>Volodymyr Hrytsiv</cp:lastModifiedBy>
  <cp:revision>50</cp:revision>
  <dcterms:created xsi:type="dcterms:W3CDTF">2018-11-02T13:55:27Z</dcterms:created>
  <dcterms:modified xsi:type="dcterms:W3CDTF">2020-05-04T03:47:20Z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Verint Systems</vt:lpwstr>
  </property>
  <property fmtid="{D5CDD505-2E9C-101B-9397-08002B2CF9AE}" pid="4" name="ContentTypeId">
    <vt:lpwstr>0x0101004195FC54A15F344D83577B1CDDD67A5D</vt:lpwstr>
  </property>
  <property fmtid="{D5CDD505-2E9C-101B-9397-08002B2CF9AE}" pid="5" name="HiddenSlides">
    <vt:i4>0</vt:i4>
  </property>
  <property fmtid="{D5CDD505-2E9C-101B-9397-08002B2CF9AE}" pid="6" name="HyperlinksChanged">
    <vt:bool>false</vt:bool>
  </property>
  <property fmtid="{D5CDD505-2E9C-101B-9397-08002B2CF9AE}" pid="7" name="LinksUpToDate">
    <vt:bool>false</vt:bool>
  </property>
  <property fmtid="{D5CDD505-2E9C-101B-9397-08002B2CF9AE}" pid="8" name="MMClips">
    <vt:i4>0</vt:i4>
  </property>
  <property fmtid="{D5CDD505-2E9C-101B-9397-08002B2CF9AE}" pid="9" name="Notes">
    <vt:i4>2</vt:i4>
  </property>
  <property fmtid="{D5CDD505-2E9C-101B-9397-08002B2CF9AE}" pid="10" name="PresentationFormat">
    <vt:lpwstr>Широкоэкранный</vt:lpwstr>
  </property>
  <property fmtid="{D5CDD505-2E9C-101B-9397-08002B2CF9AE}" pid="11" name="ScaleCrop">
    <vt:bool>false</vt:bool>
  </property>
  <property fmtid="{D5CDD505-2E9C-101B-9397-08002B2CF9AE}" pid="12" name="ShareDoc">
    <vt:bool>false</vt:bool>
  </property>
  <property fmtid="{D5CDD505-2E9C-101B-9397-08002B2CF9AE}" pid="13" name="Slides">
    <vt:i4>16</vt:i4>
  </property>
</Properties>
</file>